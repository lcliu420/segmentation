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00984072-BAFD-4EC1-93F3-3EAC4FE409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B2B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71EE6A4-9E71-42B1-8D49-72A0A10182B1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MOTIVATION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77CDB9-57CF-4851-BF14-562B2E19A2EF}"/>
              </a:ext>
            </a:extLst>
          </p:cNvPr>
          <p:cNvSpPr>
            <a:spLocks noGrp="1"/>
          </p:cNvSpPr>
          <p:nvPr/>
        </p:nvSpPr>
        <p:spPr>
          <a:xfrm>
            <a:off x="571500" y="590550"/>
            <a:ext cx="9144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75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rPr>
              <a:t>为什么在 CSWin-UNet 上加频率注意力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6D69EF9-C106-41F6-B44F-CE51D2901EE1}"/>
              </a:ext>
            </a:extLst>
          </p:cNvPr>
          <p:cNvSpPr>
            <a:spLocks noGrp="1"/>
          </p:cNvSpPr>
          <p:nvPr/>
        </p:nvSpPr>
        <p:spPr>
          <a:xfrm>
            <a:off x="571500" y="6153150"/>
            <a:ext cx="100965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6C2D963-3AE2-48B3-BF58-F1505E0742C3}"/>
              </a:ext>
            </a:extLst>
          </p:cNvPr>
          <p:cNvSpPr>
            <a:spLocks noGrp="1"/>
          </p:cNvSpPr>
          <p:nvPr/>
        </p:nvSpPr>
        <p:spPr>
          <a:xfrm>
            <a:off x="10572750" y="63246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01/05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FD837CD-4ADB-47A8-9A3B-600A623F9191}"/>
              </a:ext>
            </a:extLst>
          </p:cNvPr>
          <p:cNvSpPr>
            <a:spLocks noGrp="1"/>
          </p:cNvSpPr>
          <p:nvPr/>
        </p:nvSpPr>
        <p:spPr>
          <a:xfrm>
            <a:off x="781050" y="1628775"/>
            <a:ext cx="76200" cy="76200"/>
          </a:xfrm>
          <a:prstGeom prst="ellipse">
            <a:avLst/>
          </a:prstGeom>
          <a:solidFill>
            <a:srgbClr val="2B2B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D30D2A-5CED-456D-A54B-8221BF486F62}"/>
              </a:ext>
            </a:extLst>
          </p:cNvPr>
          <p:cNvSpPr>
            <a:spLocks noGrp="1"/>
          </p:cNvSpPr>
          <p:nvPr/>
        </p:nvSpPr>
        <p:spPr>
          <a:xfrm>
            <a:off x="990600" y="1524000"/>
            <a:ext cx="56007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 err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医学分割里，目标边界常常细、弱、形态不规则</a:t>
            </a:r>
            <a:endParaRPr sz="1650" b="0" dirty="0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F31300F3-45D2-4B1D-B9F1-35B347FCA6B1}"/>
              </a:ext>
            </a:extLst>
          </p:cNvPr>
          <p:cNvSpPr>
            <a:spLocks noGrp="1"/>
          </p:cNvSpPr>
          <p:nvPr/>
        </p:nvSpPr>
        <p:spPr>
          <a:xfrm>
            <a:off x="781050" y="2352675"/>
            <a:ext cx="76200" cy="76200"/>
          </a:xfrm>
          <a:prstGeom prst="ellipse">
            <a:avLst/>
          </a:prstGeom>
          <a:solidFill>
            <a:srgbClr val="2B2B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C977CAB-A0B0-4D13-85A1-AADC073A4BC8}"/>
              </a:ext>
            </a:extLst>
          </p:cNvPr>
          <p:cNvSpPr>
            <a:spLocks noGrp="1"/>
          </p:cNvSpPr>
          <p:nvPr/>
        </p:nvSpPr>
        <p:spPr>
          <a:xfrm>
            <a:off x="990600" y="2247900"/>
            <a:ext cx="56007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 err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浅层</a:t>
            </a:r>
            <a:r>
              <a:rPr sz="1650" b="0" dirty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 skip </a:t>
            </a:r>
            <a:r>
              <a:rPr sz="1650" b="0" dirty="0" err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含有更多局部边界，但也更容易混入噪声和伪边界</a:t>
            </a:r>
            <a:endParaRPr sz="1650" b="0" dirty="0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722AC16-6219-4F4B-A3C8-1FEDB97429A4}"/>
              </a:ext>
            </a:extLst>
          </p:cNvPr>
          <p:cNvSpPr>
            <a:spLocks noGrp="1"/>
          </p:cNvSpPr>
          <p:nvPr/>
        </p:nvSpPr>
        <p:spPr>
          <a:xfrm>
            <a:off x="781050" y="3076575"/>
            <a:ext cx="76200" cy="76200"/>
          </a:xfrm>
          <a:prstGeom prst="ellipse">
            <a:avLst/>
          </a:prstGeom>
          <a:solidFill>
            <a:srgbClr val="2B2B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CD8AFF7-9D5C-4A02-BCE2-ABC84EEABE41}"/>
              </a:ext>
            </a:extLst>
          </p:cNvPr>
          <p:cNvSpPr>
            <a:spLocks noGrp="1"/>
          </p:cNvSpPr>
          <p:nvPr/>
        </p:nvSpPr>
        <p:spPr>
          <a:xfrm>
            <a:off x="990600" y="2971800"/>
            <a:ext cx="56007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 err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CSWin-UNet</a:t>
            </a:r>
            <a:r>
              <a:rPr sz="1650" b="0" dirty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650" b="0" dirty="0" err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是强基底，但原结构没有显式频率增强或边界抑制机制</a:t>
            </a:r>
            <a:endParaRPr sz="1650" b="0" dirty="0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A8CE3A1-A082-458D-8B8C-C3776A334B41}"/>
              </a:ext>
            </a:extLst>
          </p:cNvPr>
          <p:cNvSpPr>
            <a:spLocks noGrp="1"/>
          </p:cNvSpPr>
          <p:nvPr/>
        </p:nvSpPr>
        <p:spPr>
          <a:xfrm>
            <a:off x="7239000" y="1504950"/>
            <a:ext cx="31432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AE953D-A9CA-4A32-84EF-9BF0720044C4}"/>
              </a:ext>
            </a:extLst>
          </p:cNvPr>
          <p:cNvSpPr>
            <a:spLocks noGrp="1"/>
          </p:cNvSpPr>
          <p:nvPr/>
        </p:nvSpPr>
        <p:spPr>
          <a:xfrm>
            <a:off x="7410450" y="1638300"/>
            <a:ext cx="2800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设计问题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E8D0DB9-9F6D-455D-A893-05B6495D4B23}"/>
              </a:ext>
            </a:extLst>
          </p:cNvPr>
          <p:cNvSpPr>
            <a:spLocks noGrp="1"/>
          </p:cNvSpPr>
          <p:nvPr/>
        </p:nvSpPr>
        <p:spPr>
          <a:xfrm>
            <a:off x="7410450" y="1943100"/>
            <a:ext cx="28003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能否只在 skip feature 上增强有用的高频边界，同时保留低频结构，不破坏 CSWin-UNet 主干？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9047BD2-4342-4D0D-BB07-5E05DFA04940}"/>
              </a:ext>
            </a:extLst>
          </p:cNvPr>
          <p:cNvSpPr>
            <a:spLocks noGrp="1"/>
          </p:cNvSpPr>
          <p:nvPr/>
        </p:nvSpPr>
        <p:spPr>
          <a:xfrm>
            <a:off x="7239000" y="3028950"/>
            <a:ext cx="31432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6FD6EB1-5395-4AD9-983C-A43F6105EDB5}"/>
              </a:ext>
            </a:extLst>
          </p:cNvPr>
          <p:cNvSpPr>
            <a:spLocks noGrp="1"/>
          </p:cNvSpPr>
          <p:nvPr/>
        </p:nvSpPr>
        <p:spPr>
          <a:xfrm>
            <a:off x="7410450" y="3162300"/>
            <a:ext cx="2800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当前尝试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C71ACB7-91F6-484A-91E5-E474090E51BF}"/>
              </a:ext>
            </a:extLst>
          </p:cNvPr>
          <p:cNvSpPr>
            <a:spLocks noGrp="1"/>
          </p:cNvSpPr>
          <p:nvPr/>
        </p:nvSpPr>
        <p:spPr>
          <a:xfrm>
            <a:off x="7410450" y="3467100"/>
            <a:ext cx="28003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借用 PFESA 的 FFT 高频/低频解耦，将其接入 x1/x2/x3 skip 做组合消融。</a:t>
            </a:r>
          </a:p>
        </p:txBody>
      </p:sp>
    </p:spTree>
    <p:extLst>
      <p:ext uri="{BB962C8B-B14F-4D97-AF65-F5344CB8AC3E}">
        <p14:creationId xmlns:p14="http://schemas.microsoft.com/office/powerpoint/2010/main" val="1867704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C47F230A-3C6C-4D0C-870C-9F9278004E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B2B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DBFC1BC-A242-4400-90C4-13F89ED01915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REFERENCES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82B15D3-190D-4327-BB40-740539FFF94A}"/>
              </a:ext>
            </a:extLst>
          </p:cNvPr>
          <p:cNvSpPr>
            <a:spLocks noGrp="1"/>
          </p:cNvSpPr>
          <p:nvPr/>
        </p:nvSpPr>
        <p:spPr>
          <a:xfrm>
            <a:off x="571500" y="590550"/>
            <a:ext cx="9144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75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rPr>
              <a:t>两篇论文分别提供了什么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5518BDE-04A9-4336-AFC4-D2EB935AB5BB}"/>
              </a:ext>
            </a:extLst>
          </p:cNvPr>
          <p:cNvSpPr>
            <a:spLocks noGrp="1"/>
          </p:cNvSpPr>
          <p:nvPr/>
        </p:nvSpPr>
        <p:spPr>
          <a:xfrm>
            <a:off x="571500" y="6153150"/>
            <a:ext cx="100965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C205DB0-6148-4EF0-BF01-EBC37BD24A0B}"/>
              </a:ext>
            </a:extLst>
          </p:cNvPr>
          <p:cNvSpPr>
            <a:spLocks noGrp="1"/>
          </p:cNvSpPr>
          <p:nvPr/>
        </p:nvSpPr>
        <p:spPr>
          <a:xfrm>
            <a:off x="10572750" y="63246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02/05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870240A-8B0B-4ADD-B69E-E03534BFBB28}"/>
              </a:ext>
            </a:extLst>
          </p:cNvPr>
          <p:cNvSpPr>
            <a:spLocks noGrp="1"/>
          </p:cNvSpPr>
          <p:nvPr/>
        </p:nvSpPr>
        <p:spPr>
          <a:xfrm>
            <a:off x="704850" y="1476375"/>
            <a:ext cx="4762500" cy="4000500"/>
          </a:xfrm>
          <a:prstGeom prst="rect">
            <a:avLst/>
          </a:prstGeom>
          <a:solidFill>
            <a:srgbClr val="F0F1F3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E5972A-9C53-4FBB-A811-09576C6BB264}"/>
              </a:ext>
            </a:extLst>
          </p:cNvPr>
          <p:cNvSpPr>
            <a:spLocks noGrp="1"/>
          </p:cNvSpPr>
          <p:nvPr/>
        </p:nvSpPr>
        <p:spPr>
          <a:xfrm>
            <a:off x="6515100" y="1476375"/>
            <a:ext cx="47625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E014C0A-7F23-4A4A-A8C9-4BA56A5E3CE3}"/>
              </a:ext>
            </a:extLst>
          </p:cNvPr>
          <p:cNvSpPr>
            <a:spLocks noGrp="1"/>
          </p:cNvSpPr>
          <p:nvPr/>
        </p:nvSpPr>
        <p:spPr>
          <a:xfrm>
            <a:off x="990600" y="169545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CSWin-UNet 论文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A7D8320-8ED9-4DB7-9624-5DEE59076F47}"/>
              </a:ext>
            </a:extLst>
          </p:cNvPr>
          <p:cNvSpPr>
            <a:spLocks noGrp="1"/>
          </p:cNvSpPr>
          <p:nvPr/>
        </p:nvSpPr>
        <p:spPr>
          <a:xfrm>
            <a:off x="6800850" y="169545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PFESA 论文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42D3E7-C52F-4FE8-8FCF-6F8A5D6B5ABC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36195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50189C-A065-46C7-AB58-206B272EEF21}"/>
              </a:ext>
            </a:extLst>
          </p:cNvPr>
          <p:cNvSpPr>
            <a:spLocks noGrp="1"/>
          </p:cNvSpPr>
          <p:nvPr/>
        </p:nvSpPr>
        <p:spPr>
          <a:xfrm>
            <a:off x="1104900" y="2476500"/>
            <a:ext cx="3390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Convolutional Token Embedding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CC038DB-6792-453B-BBEA-3A5452721CBA}"/>
              </a:ext>
            </a:extLst>
          </p:cNvPr>
          <p:cNvSpPr>
            <a:spLocks noGrp="1"/>
          </p:cNvSpPr>
          <p:nvPr/>
        </p:nvSpPr>
        <p:spPr>
          <a:xfrm>
            <a:off x="990600" y="3028950"/>
            <a:ext cx="36195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8E7ADAF-66D5-4249-97C2-6A0CA6501CE3}"/>
              </a:ext>
            </a:extLst>
          </p:cNvPr>
          <p:cNvSpPr>
            <a:spLocks noGrp="1"/>
          </p:cNvSpPr>
          <p:nvPr/>
        </p:nvSpPr>
        <p:spPr>
          <a:xfrm>
            <a:off x="1104900" y="3105150"/>
            <a:ext cx="3390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CSWin Transformer Block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4BF448C-CB27-4730-84B0-E441E09E2AAD}"/>
              </a:ext>
            </a:extLst>
          </p:cNvPr>
          <p:cNvSpPr>
            <a:spLocks noGrp="1"/>
          </p:cNvSpPr>
          <p:nvPr/>
        </p:nvSpPr>
        <p:spPr>
          <a:xfrm>
            <a:off x="990600" y="3657600"/>
            <a:ext cx="36195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E9B47E1-6944-413E-B3AB-BCAAF9956605}"/>
              </a:ext>
            </a:extLst>
          </p:cNvPr>
          <p:cNvSpPr>
            <a:spLocks noGrp="1"/>
          </p:cNvSpPr>
          <p:nvPr/>
        </p:nvSpPr>
        <p:spPr>
          <a:xfrm>
            <a:off x="1104900" y="3733800"/>
            <a:ext cx="3390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U-shaped Encoder-Decoder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279067-17B4-4868-AB77-1B45D98D8DA8}"/>
              </a:ext>
            </a:extLst>
          </p:cNvPr>
          <p:cNvSpPr>
            <a:spLocks noGrp="1"/>
          </p:cNvSpPr>
          <p:nvPr/>
        </p:nvSpPr>
        <p:spPr>
          <a:xfrm>
            <a:off x="990600" y="4286250"/>
            <a:ext cx="36195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A8B4102-AEEB-4038-9543-A343E822F7C8}"/>
              </a:ext>
            </a:extLst>
          </p:cNvPr>
          <p:cNvSpPr>
            <a:spLocks noGrp="1"/>
          </p:cNvSpPr>
          <p:nvPr/>
        </p:nvSpPr>
        <p:spPr>
          <a:xfrm>
            <a:off x="1104900" y="4362450"/>
            <a:ext cx="3390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CARAFE Upsampling + Skip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4F26CDD-06AC-4782-A925-09229A1D6BEB}"/>
              </a:ext>
            </a:extLst>
          </p:cNvPr>
          <p:cNvSpPr>
            <a:spLocks noGrp="1"/>
          </p:cNvSpPr>
          <p:nvPr/>
        </p:nvSpPr>
        <p:spPr>
          <a:xfrm>
            <a:off x="6800850" y="2400300"/>
            <a:ext cx="3714750" cy="419100"/>
          </a:xfrm>
          <a:prstGeom prst="rect">
            <a:avLst/>
          </a:prstGeom>
          <a:solidFill>
            <a:srgbClr val="F0F1F3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CB5EC5B-00AE-4FFF-8001-A5D5C6B8B3F8}"/>
              </a:ext>
            </a:extLst>
          </p:cNvPr>
          <p:cNvSpPr>
            <a:spLocks noGrp="1"/>
          </p:cNvSpPr>
          <p:nvPr/>
        </p:nvSpPr>
        <p:spPr>
          <a:xfrm>
            <a:off x="6915150" y="2476500"/>
            <a:ext cx="3486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FFT Frequency Decoupling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9AE2EE6-3CE1-4BB6-A4F4-3C66F3271E51}"/>
              </a:ext>
            </a:extLst>
          </p:cNvPr>
          <p:cNvSpPr>
            <a:spLocks noGrp="1"/>
          </p:cNvSpPr>
          <p:nvPr/>
        </p:nvSpPr>
        <p:spPr>
          <a:xfrm>
            <a:off x="6800850" y="3028950"/>
            <a:ext cx="3714750" cy="419100"/>
          </a:xfrm>
          <a:prstGeom prst="rect">
            <a:avLst/>
          </a:prstGeom>
          <a:solidFill>
            <a:srgbClr val="F0F1F3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ADC8A00-A32A-4A16-A437-CF418B896AC0}"/>
              </a:ext>
            </a:extLst>
          </p:cNvPr>
          <p:cNvSpPr>
            <a:spLocks noGrp="1"/>
          </p:cNvSpPr>
          <p:nvPr/>
        </p:nvSpPr>
        <p:spPr>
          <a:xfrm>
            <a:off x="6915150" y="3105150"/>
            <a:ext cx="3486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High-frequency Edge Attention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96E62B1-3C8C-494F-9549-4E726E49766B}"/>
              </a:ext>
            </a:extLst>
          </p:cNvPr>
          <p:cNvSpPr>
            <a:spLocks noGrp="1"/>
          </p:cNvSpPr>
          <p:nvPr/>
        </p:nvSpPr>
        <p:spPr>
          <a:xfrm>
            <a:off x="6800850" y="3657600"/>
            <a:ext cx="3714750" cy="419100"/>
          </a:xfrm>
          <a:prstGeom prst="rect">
            <a:avLst/>
          </a:prstGeom>
          <a:solidFill>
            <a:srgbClr val="F0F1F3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DF16542-F39B-48F7-ADC2-FE0EC466FED0}"/>
              </a:ext>
            </a:extLst>
          </p:cNvPr>
          <p:cNvSpPr>
            <a:spLocks noGrp="1"/>
          </p:cNvSpPr>
          <p:nvPr/>
        </p:nvSpPr>
        <p:spPr>
          <a:xfrm>
            <a:off x="6915150" y="3733800"/>
            <a:ext cx="3486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Low-frequency Structure Attention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CC090AA-CF35-4B04-9456-44FF5719E7FE}"/>
              </a:ext>
            </a:extLst>
          </p:cNvPr>
          <p:cNvSpPr>
            <a:spLocks noGrp="1"/>
          </p:cNvSpPr>
          <p:nvPr/>
        </p:nvSpPr>
        <p:spPr>
          <a:xfrm>
            <a:off x="6800850" y="4286250"/>
            <a:ext cx="3714750" cy="419100"/>
          </a:xfrm>
          <a:prstGeom prst="rect">
            <a:avLst/>
          </a:prstGeom>
          <a:solidFill>
            <a:srgbClr val="F0F1F3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53A83C2-A81A-4721-82B3-C4DCA7391505}"/>
              </a:ext>
            </a:extLst>
          </p:cNvPr>
          <p:cNvSpPr>
            <a:spLocks noGrp="1"/>
          </p:cNvSpPr>
          <p:nvPr/>
        </p:nvSpPr>
        <p:spPr>
          <a:xfrm>
            <a:off x="6915150" y="4362450"/>
            <a:ext cx="3486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Parameter-free Skip Refinement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5A8BDC8-B66A-4B82-B26E-DA422B6F7BD6}"/>
              </a:ext>
            </a:extLst>
          </p:cNvPr>
          <p:cNvSpPr>
            <a:spLocks noGrp="1"/>
          </p:cNvSpPr>
          <p:nvPr/>
        </p:nvSpPr>
        <p:spPr>
          <a:xfrm>
            <a:off x="5657850" y="3286125"/>
            <a:ext cx="8572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3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6B87B65-7CCE-473F-9B0C-14C16A5B10B2}"/>
              </a:ext>
            </a:extLst>
          </p:cNvPr>
          <p:cNvSpPr>
            <a:spLocks noGrp="1"/>
          </p:cNvSpPr>
          <p:nvPr/>
        </p:nvSpPr>
        <p:spPr>
          <a:xfrm>
            <a:off x="1409700" y="5772150"/>
            <a:ext cx="895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组合迁移：保留 CSWin-UNet 主网络，只把 PFESA 接到可配置 skip feature。</a:t>
            </a:r>
          </a:p>
        </p:txBody>
      </p:sp>
    </p:spTree>
    <p:extLst>
      <p:ext uri="{BB962C8B-B14F-4D97-AF65-F5344CB8AC3E}">
        <p14:creationId xmlns:p14="http://schemas.microsoft.com/office/powerpoint/2010/main" val="933705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4554CF6D-0DF6-4C4B-9E07-9E918386FC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B2B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EC4F587-A475-48F8-9869-804D700B7D5A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ARCHITECTURE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50E7A5-2FFA-4BC4-9027-97A38311E7E3}"/>
              </a:ext>
            </a:extLst>
          </p:cNvPr>
          <p:cNvSpPr>
            <a:spLocks noGrp="1"/>
          </p:cNvSpPr>
          <p:nvPr/>
        </p:nvSpPr>
        <p:spPr>
          <a:xfrm>
            <a:off x="571500" y="590550"/>
            <a:ext cx="9144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75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rPr>
              <a:t>整体模型架构图：PFESA 作用在 skip feature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FB01B3-8C1E-43EF-A35E-25DEB7244A81}"/>
              </a:ext>
            </a:extLst>
          </p:cNvPr>
          <p:cNvSpPr>
            <a:spLocks noGrp="1"/>
          </p:cNvSpPr>
          <p:nvPr/>
        </p:nvSpPr>
        <p:spPr>
          <a:xfrm>
            <a:off x="571500" y="6153150"/>
            <a:ext cx="100965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091E190-B742-45CC-A7C3-566D97496997}"/>
              </a:ext>
            </a:extLst>
          </p:cNvPr>
          <p:cNvSpPr>
            <a:spLocks noGrp="1"/>
          </p:cNvSpPr>
          <p:nvPr/>
        </p:nvSpPr>
        <p:spPr>
          <a:xfrm>
            <a:off x="10572750" y="63246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03/05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7700" y="1200150"/>
            <a:ext cx="7143750" cy="47625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204DC93-84C8-4070-A052-C92F63EDAF2B}"/>
              </a:ext>
            </a:extLst>
          </p:cNvPr>
          <p:cNvSpPr>
            <a:spLocks noGrp="1"/>
          </p:cNvSpPr>
          <p:nvPr/>
        </p:nvSpPr>
        <p:spPr>
          <a:xfrm>
            <a:off x="8286750" y="1276350"/>
            <a:ext cx="3143250" cy="1200150"/>
          </a:xfrm>
          <a:prstGeom prst="rect">
            <a:avLst/>
          </a:prstGeom>
          <a:solidFill>
            <a:srgbClr val="FFFFFF"/>
          </a:solidFill>
          <a:ln w="11430">
            <a:solidFill>
              <a:srgbClr val="2B2B2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EC92B6-D508-425D-87CE-18003A8D7095}"/>
              </a:ext>
            </a:extLst>
          </p:cNvPr>
          <p:cNvSpPr>
            <a:spLocks noGrp="1"/>
          </p:cNvSpPr>
          <p:nvPr/>
        </p:nvSpPr>
        <p:spPr>
          <a:xfrm>
            <a:off x="8420100" y="1371600"/>
            <a:ext cx="2876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CSWin stripe self-attention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DC6DBF-ED0B-4533-943B-3EAAB603D6A4}"/>
              </a:ext>
            </a:extLst>
          </p:cNvPr>
          <p:cNvSpPr>
            <a:spLocks noGrp="1"/>
          </p:cNvSpPr>
          <p:nvPr/>
        </p:nvSpPr>
        <p:spPr>
          <a:xfrm>
            <a:off x="8420100" y="1567729"/>
            <a:ext cx="28765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938" b="0" dirty="0" err="1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Q_n^i</a:t>
            </a:r>
            <a:r>
              <a:rPr sz="938" b="0" dirty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38" b="0" dirty="0" err="1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W_n^Q</a:t>
            </a:r>
            <a:r>
              <a:rPr sz="938" b="0" dirty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38" b="0" dirty="0" err="1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X_h^i</a:t>
            </a:r>
            <a:endParaRPr sz="938" b="0" dirty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938" b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938" b="0" dirty="0" err="1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K_n^i</a:t>
            </a:r>
            <a:r>
              <a:rPr sz="938" b="0" dirty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38" b="0" dirty="0" err="1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W_n^K</a:t>
            </a:r>
            <a:r>
              <a:rPr sz="938" b="0" dirty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38" b="0" dirty="0" err="1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X_h^i</a:t>
            </a:r>
            <a:endParaRPr sz="938" b="0" dirty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938" b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938" b="0" dirty="0" err="1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V_n^i</a:t>
            </a:r>
            <a:r>
              <a:rPr sz="938" b="0" dirty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38" b="0" dirty="0" err="1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W_n^V</a:t>
            </a:r>
            <a:r>
              <a:rPr sz="938" b="0" dirty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38" b="0" dirty="0" err="1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X_h^i</a:t>
            </a:r>
            <a:endParaRPr sz="938" b="0" dirty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938" b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938" b="0" dirty="0" err="1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Y_n^i</a:t>
            </a:r>
            <a:r>
              <a:rPr sz="938" b="0" dirty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38" b="0" dirty="0" err="1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Softmax</a:t>
            </a:r>
            <a:r>
              <a:rPr sz="938" b="0" dirty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38" b="0" dirty="0" err="1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Q_n^i</a:t>
            </a:r>
            <a:r>
              <a:rPr sz="938" b="0" dirty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38" b="0" dirty="0" err="1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K_n^i</a:t>
            </a:r>
            <a:r>
              <a:rPr sz="938" b="0" dirty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)^T / sqrt(</a:t>
            </a:r>
            <a:r>
              <a:rPr sz="938" b="0" dirty="0" err="1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d_n</a:t>
            </a:r>
            <a:r>
              <a:rPr sz="938" b="0" dirty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)) </a:t>
            </a:r>
            <a:r>
              <a:rPr sz="938" b="0" dirty="0" err="1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V_n^i</a:t>
            </a:r>
            <a:endParaRPr sz="938" b="0" dirty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93C4DC1-35BD-4D13-B846-6DC0AD342CCE}"/>
              </a:ext>
            </a:extLst>
          </p:cNvPr>
          <p:cNvSpPr>
            <a:spLocks noGrp="1"/>
          </p:cNvSpPr>
          <p:nvPr/>
        </p:nvSpPr>
        <p:spPr>
          <a:xfrm>
            <a:off x="8420100" y="2329729"/>
            <a:ext cx="2876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dirty="0" err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对应基底</a:t>
            </a:r>
            <a:r>
              <a:rPr sz="825" b="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25" b="0" dirty="0" err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CSWin</a:t>
            </a:r>
            <a:r>
              <a:rPr sz="825" b="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Transformer Block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D67DC3E-0BEF-4FF1-B617-D0C75C01754F}"/>
              </a:ext>
            </a:extLst>
          </p:cNvPr>
          <p:cNvSpPr>
            <a:spLocks noGrp="1"/>
          </p:cNvSpPr>
          <p:nvPr/>
        </p:nvSpPr>
        <p:spPr>
          <a:xfrm>
            <a:off x="8286750" y="2705100"/>
            <a:ext cx="3143250" cy="1123950"/>
          </a:xfrm>
          <a:prstGeom prst="rect">
            <a:avLst/>
          </a:prstGeom>
          <a:solidFill>
            <a:srgbClr val="FFFFFF"/>
          </a:solidFill>
          <a:ln w="11430">
            <a:solidFill>
              <a:srgbClr val="2B2B2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3767E97-5622-4540-833F-B2F3F460A94F}"/>
              </a:ext>
            </a:extLst>
          </p:cNvPr>
          <p:cNvSpPr>
            <a:spLocks noGrp="1"/>
          </p:cNvSpPr>
          <p:nvPr/>
        </p:nvSpPr>
        <p:spPr>
          <a:xfrm>
            <a:off x="8420100" y="2800350"/>
            <a:ext cx="2876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PFESA frequency decoupling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7E0FD4-BA58-4629-A6C0-D12BB61E0C72}"/>
              </a:ext>
            </a:extLst>
          </p:cNvPr>
          <p:cNvSpPr>
            <a:spLocks noGrp="1"/>
          </p:cNvSpPr>
          <p:nvPr/>
        </p:nvSpPr>
        <p:spPr>
          <a:xfrm>
            <a:off x="8420100" y="3067050"/>
            <a:ext cx="28765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G_σ(u,v) = exp(-(u^2+v^2)/(2σ^2))</a:t>
            </a:r>
          </a:p>
          <a:p>
            <a:pPr algn="l">
              <a:defRPr sz="938" b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H_l = G_σ ⊙ F(X)</a:t>
            </a:r>
          </a:p>
          <a:p>
            <a:pPr algn="l">
              <a:defRPr sz="938" b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H_h = (1 - G_σ) ⊙ F(X)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4FA1238-FC15-4D25-B4B4-BD172188DF31}"/>
              </a:ext>
            </a:extLst>
          </p:cNvPr>
          <p:cNvSpPr>
            <a:spLocks noGrp="1"/>
          </p:cNvSpPr>
          <p:nvPr/>
        </p:nvSpPr>
        <p:spPr>
          <a:xfrm>
            <a:off x="8420100" y="3543300"/>
            <a:ext cx="2876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对应 FFT 高频/低频解耦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7E7B93C-F0FA-4678-B5A6-B947B7BEABEF}"/>
              </a:ext>
            </a:extLst>
          </p:cNvPr>
          <p:cNvSpPr>
            <a:spLocks noGrp="1"/>
          </p:cNvSpPr>
          <p:nvPr/>
        </p:nvSpPr>
        <p:spPr>
          <a:xfrm>
            <a:off x="8286750" y="4057650"/>
            <a:ext cx="3143250" cy="1257300"/>
          </a:xfrm>
          <a:prstGeom prst="rect">
            <a:avLst/>
          </a:prstGeom>
          <a:solidFill>
            <a:srgbClr val="FFFFFF"/>
          </a:solidFill>
          <a:ln w="11430">
            <a:solidFill>
              <a:srgbClr val="2B2B2B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F3C800E-09BE-4D94-B1B1-4FA87370F22D}"/>
              </a:ext>
            </a:extLst>
          </p:cNvPr>
          <p:cNvSpPr>
            <a:spLocks noGrp="1"/>
          </p:cNvSpPr>
          <p:nvPr/>
        </p:nvSpPr>
        <p:spPr>
          <a:xfrm>
            <a:off x="8420100" y="4152900"/>
            <a:ext cx="2876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PFESA attention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FAB490D-DA1C-42B5-8AAD-E587C7124112}"/>
              </a:ext>
            </a:extLst>
          </p:cNvPr>
          <p:cNvSpPr>
            <a:spLocks noGrp="1"/>
          </p:cNvSpPr>
          <p:nvPr/>
        </p:nvSpPr>
        <p:spPr>
          <a:xfrm>
            <a:off x="8420100" y="4419600"/>
            <a:ext cx="28765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EA = (X_h - μ_h)^2 / σ_h^2</a:t>
            </a:r>
          </a:p>
          <a:p>
            <a:pPr algn="l">
              <a:defRPr sz="938" b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SA = Sigmoid((X_l^2 - μ_l) / σ_l^2)</a:t>
            </a:r>
          </a:p>
          <a:p>
            <a:pPr algn="l">
              <a:defRPr sz="938" b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A = Sigmoid(EA + SA)</a:t>
            </a:r>
          </a:p>
          <a:p>
            <a:pPr algn="l">
              <a:defRPr sz="938" b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X_out = A ⊙ X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FB193A2-FE56-4F6E-812B-EE906DEC1D1D}"/>
              </a:ext>
            </a:extLst>
          </p:cNvPr>
          <p:cNvSpPr>
            <a:spLocks noGrp="1"/>
          </p:cNvSpPr>
          <p:nvPr/>
        </p:nvSpPr>
        <p:spPr>
          <a:xfrm>
            <a:off x="8420100" y="5029200"/>
            <a:ext cx="2876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对应 skip feature 的频率增强</a:t>
            </a:r>
          </a:p>
        </p:txBody>
      </p:sp>
    </p:spTree>
    <p:extLst>
      <p:ext uri="{BB962C8B-B14F-4D97-AF65-F5344CB8AC3E}">
        <p14:creationId xmlns:p14="http://schemas.microsoft.com/office/powerpoint/2010/main" val="1703938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E3BE7AAC-41A1-4D8F-8483-76470F76B0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B2B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088163C-A3E8-42E1-9B6C-197CFF656C4E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PFESA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CDA976-4F1C-4B95-BD93-6E086E989D1F}"/>
              </a:ext>
            </a:extLst>
          </p:cNvPr>
          <p:cNvSpPr>
            <a:spLocks noGrp="1"/>
          </p:cNvSpPr>
          <p:nvPr/>
        </p:nvSpPr>
        <p:spPr>
          <a:xfrm>
            <a:off x="571500" y="590550"/>
            <a:ext cx="9144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75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rPr>
              <a:t>FFT 高频/低频解耦后形成无参数注意力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9C054A8-E0CB-451E-AFD9-BD8D35B8B50B}"/>
              </a:ext>
            </a:extLst>
          </p:cNvPr>
          <p:cNvSpPr>
            <a:spLocks noGrp="1"/>
          </p:cNvSpPr>
          <p:nvPr/>
        </p:nvSpPr>
        <p:spPr>
          <a:xfrm>
            <a:off x="571500" y="6153150"/>
            <a:ext cx="100965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311BB3-C992-441B-9D36-68988B12E5E1}"/>
              </a:ext>
            </a:extLst>
          </p:cNvPr>
          <p:cNvSpPr>
            <a:spLocks noGrp="1"/>
          </p:cNvSpPr>
          <p:nvPr/>
        </p:nvSpPr>
        <p:spPr>
          <a:xfrm>
            <a:off x="10572750" y="63246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04/05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FFB30A8-5271-4402-9EEF-FF0E1E8AA31C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1238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2C5763-AE50-4F1D-81FE-AF788C226045}"/>
              </a:ext>
            </a:extLst>
          </p:cNvPr>
          <p:cNvSpPr>
            <a:spLocks noGrp="1"/>
          </p:cNvSpPr>
          <p:nvPr/>
        </p:nvSpPr>
        <p:spPr>
          <a:xfrm>
            <a:off x="723900" y="2552700"/>
            <a:ext cx="10096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Tokens</a:t>
            </a:r>
          </a:p>
          <a:p>
            <a:pPr algn="ctr">
              <a:defRPr sz="112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B x L x C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4A78645-9980-424F-8688-3EA04E6B7D21}"/>
              </a:ext>
            </a:extLst>
          </p:cNvPr>
          <p:cNvSpPr>
            <a:spLocks noGrp="1"/>
          </p:cNvSpPr>
          <p:nvPr/>
        </p:nvSpPr>
        <p:spPr>
          <a:xfrm>
            <a:off x="2133600" y="2476500"/>
            <a:ext cx="14287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C6C4ABA-7277-4776-8741-D7F18CAFA54D}"/>
              </a:ext>
            </a:extLst>
          </p:cNvPr>
          <p:cNvSpPr>
            <a:spLocks noGrp="1"/>
          </p:cNvSpPr>
          <p:nvPr/>
        </p:nvSpPr>
        <p:spPr>
          <a:xfrm>
            <a:off x="2247900" y="2552700"/>
            <a:ext cx="1200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Reshape</a:t>
            </a:r>
          </a:p>
          <a:p>
            <a:pPr algn="ctr">
              <a:defRPr sz="10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B x C x Hs x Ws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F452E8-A107-4A46-BD7B-C5E8786D1AC5}"/>
              </a:ext>
            </a:extLst>
          </p:cNvPr>
          <p:cNvSpPr>
            <a:spLocks noGrp="1"/>
          </p:cNvSpPr>
          <p:nvPr/>
        </p:nvSpPr>
        <p:spPr>
          <a:xfrm>
            <a:off x="3848100" y="2476500"/>
            <a:ext cx="876300" cy="609600"/>
          </a:xfrm>
          <a:prstGeom prst="rect">
            <a:avLst/>
          </a:prstGeom>
          <a:solidFill>
            <a:srgbClr val="F0F1F3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6FC2CB1-9255-4562-A3B5-4FB9DD51819F}"/>
              </a:ext>
            </a:extLst>
          </p:cNvPr>
          <p:cNvSpPr>
            <a:spLocks noGrp="1"/>
          </p:cNvSpPr>
          <p:nvPr/>
        </p:nvSpPr>
        <p:spPr>
          <a:xfrm>
            <a:off x="3962400" y="2552700"/>
            <a:ext cx="647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FFT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B4A06A4-E719-4BFE-A8A3-92E9F87409F8}"/>
              </a:ext>
            </a:extLst>
          </p:cNvPr>
          <p:cNvSpPr>
            <a:spLocks noGrp="1"/>
          </p:cNvSpPr>
          <p:nvPr/>
        </p:nvSpPr>
        <p:spPr>
          <a:xfrm>
            <a:off x="5181600" y="2038350"/>
            <a:ext cx="13525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D3D95DB-55FC-4661-96C6-3B4C6A63A49C}"/>
              </a:ext>
            </a:extLst>
          </p:cNvPr>
          <p:cNvSpPr>
            <a:spLocks noGrp="1"/>
          </p:cNvSpPr>
          <p:nvPr/>
        </p:nvSpPr>
        <p:spPr>
          <a:xfrm>
            <a:off x="5295900" y="2114550"/>
            <a:ext cx="11239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Low freq</a:t>
            </a:r>
          </a:p>
          <a:p>
            <a:pPr algn="ctr">
              <a:defRPr sz="112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Structure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CB66297-86A9-407F-8BBD-A713DE20CFC9}"/>
              </a:ext>
            </a:extLst>
          </p:cNvPr>
          <p:cNvSpPr>
            <a:spLocks noGrp="1"/>
          </p:cNvSpPr>
          <p:nvPr/>
        </p:nvSpPr>
        <p:spPr>
          <a:xfrm>
            <a:off x="5181600" y="3219450"/>
            <a:ext cx="1352550" cy="590550"/>
          </a:xfrm>
          <a:prstGeom prst="rect">
            <a:avLst/>
          </a:prstGeom>
          <a:solidFill>
            <a:srgbClr val="F0F1F3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95E5871-68EA-4DB6-B8C3-7E8449CA1467}"/>
              </a:ext>
            </a:extLst>
          </p:cNvPr>
          <p:cNvSpPr>
            <a:spLocks noGrp="1"/>
          </p:cNvSpPr>
          <p:nvPr/>
        </p:nvSpPr>
        <p:spPr>
          <a:xfrm>
            <a:off x="5295900" y="3295650"/>
            <a:ext cx="11239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High freq</a:t>
            </a:r>
          </a:p>
          <a:p>
            <a:pPr algn="ctr">
              <a:defRPr sz="112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784A891-7DFB-4012-B19D-215BB2EBC63E}"/>
              </a:ext>
            </a:extLst>
          </p:cNvPr>
          <p:cNvSpPr>
            <a:spLocks noGrp="1"/>
          </p:cNvSpPr>
          <p:nvPr/>
        </p:nvSpPr>
        <p:spPr>
          <a:xfrm>
            <a:off x="7086600" y="2476500"/>
            <a:ext cx="12001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C2BB500-8E32-418E-9F99-4D7CB5A8EBD2}"/>
              </a:ext>
            </a:extLst>
          </p:cNvPr>
          <p:cNvSpPr>
            <a:spLocks noGrp="1"/>
          </p:cNvSpPr>
          <p:nvPr/>
        </p:nvSpPr>
        <p:spPr>
          <a:xfrm>
            <a:off x="7200900" y="2552700"/>
            <a:ext cx="9715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SA + EA</a:t>
            </a:r>
          </a:p>
          <a:p>
            <a:pPr algn="ctr">
              <a:defRPr sz="112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Sigmoid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E1A27CB-149D-4497-A297-CDF344A4390A}"/>
              </a:ext>
            </a:extLst>
          </p:cNvPr>
          <p:cNvSpPr>
            <a:spLocks noGrp="1"/>
          </p:cNvSpPr>
          <p:nvPr/>
        </p:nvSpPr>
        <p:spPr>
          <a:xfrm>
            <a:off x="8801100" y="2476500"/>
            <a:ext cx="1257300" cy="609600"/>
          </a:xfrm>
          <a:prstGeom prst="rect">
            <a:avLst/>
          </a:prstGeom>
          <a:solidFill>
            <a:srgbClr val="F0F1F3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4786B49-57F8-40F7-A63B-3AC57A586E24}"/>
              </a:ext>
            </a:extLst>
          </p:cNvPr>
          <p:cNvSpPr>
            <a:spLocks noGrp="1"/>
          </p:cNvSpPr>
          <p:nvPr/>
        </p:nvSpPr>
        <p:spPr>
          <a:xfrm>
            <a:off x="8915400" y="2552700"/>
            <a:ext cx="1028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Multiply</a:t>
            </a:r>
          </a:p>
          <a:p>
            <a:pPr algn="ctr">
              <a:defRPr sz="112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Original skip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0EAD9BF-7EDD-482F-A45A-2C4DD5650547}"/>
              </a:ext>
            </a:extLst>
          </p:cNvPr>
          <p:cNvSpPr>
            <a:spLocks noGrp="1"/>
          </p:cNvSpPr>
          <p:nvPr/>
        </p:nvSpPr>
        <p:spPr>
          <a:xfrm>
            <a:off x="10325100" y="2476500"/>
            <a:ext cx="11620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50EF56-FEEA-4328-9CED-ABBFFFF11E03}"/>
              </a:ext>
            </a:extLst>
          </p:cNvPr>
          <p:cNvSpPr>
            <a:spLocks noGrp="1"/>
          </p:cNvSpPr>
          <p:nvPr/>
        </p:nvSpPr>
        <p:spPr>
          <a:xfrm>
            <a:off x="10439400" y="2552700"/>
            <a:ext cx="9334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Output tokens</a:t>
            </a:r>
          </a:p>
          <a:p>
            <a:pPr algn="ctr">
              <a:defRPr sz="10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B x L x C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0327309-B617-4AF4-9776-D7A731D4C660}"/>
              </a:ext>
            </a:extLst>
          </p:cNvPr>
          <p:cNvSpPr>
            <a:spLocks noGrp="1"/>
          </p:cNvSpPr>
          <p:nvPr/>
        </p:nvSpPr>
        <p:spPr>
          <a:xfrm>
            <a:off x="1885950" y="2571750"/>
            <a:ext cx="228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9EB7692-CF6C-4879-B567-5327F3826B09}"/>
              </a:ext>
            </a:extLst>
          </p:cNvPr>
          <p:cNvSpPr>
            <a:spLocks noGrp="1"/>
          </p:cNvSpPr>
          <p:nvPr/>
        </p:nvSpPr>
        <p:spPr>
          <a:xfrm>
            <a:off x="3619500" y="2571750"/>
            <a:ext cx="228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0A2D12A-71B7-48C1-809E-6B39EAC223E7}"/>
              </a:ext>
            </a:extLst>
          </p:cNvPr>
          <p:cNvSpPr>
            <a:spLocks noGrp="1"/>
          </p:cNvSpPr>
          <p:nvPr/>
        </p:nvSpPr>
        <p:spPr>
          <a:xfrm>
            <a:off x="4762500" y="2571750"/>
            <a:ext cx="228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07C452F-735B-403F-888A-B755E317017D}"/>
              </a:ext>
            </a:extLst>
          </p:cNvPr>
          <p:cNvSpPr>
            <a:spLocks noGrp="1"/>
          </p:cNvSpPr>
          <p:nvPr/>
        </p:nvSpPr>
        <p:spPr>
          <a:xfrm>
            <a:off x="8420100" y="2571750"/>
            <a:ext cx="228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E01FCD7-A207-481C-AF68-07FC1025AD66}"/>
              </a:ext>
            </a:extLst>
          </p:cNvPr>
          <p:cNvSpPr>
            <a:spLocks noGrp="1"/>
          </p:cNvSpPr>
          <p:nvPr/>
        </p:nvSpPr>
        <p:spPr>
          <a:xfrm>
            <a:off x="10096500" y="2571750"/>
            <a:ext cx="228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7BB7DE0-D8AF-454A-BABD-07F315B10B81}"/>
              </a:ext>
            </a:extLst>
          </p:cNvPr>
          <p:cNvSpPr>
            <a:spLocks noGrp="1"/>
          </p:cNvSpPr>
          <p:nvPr/>
        </p:nvSpPr>
        <p:spPr>
          <a:xfrm>
            <a:off x="6705600" y="2667000"/>
            <a:ext cx="323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8ABF179-0067-4245-83C9-B8473B3FB0E6}"/>
              </a:ext>
            </a:extLst>
          </p:cNvPr>
          <p:cNvSpPr>
            <a:spLocks noGrp="1"/>
          </p:cNvSpPr>
          <p:nvPr/>
        </p:nvSpPr>
        <p:spPr>
          <a:xfrm>
            <a:off x="1009650" y="4476750"/>
            <a:ext cx="34290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1505BFF-1BEB-4E21-93EE-657B1C08790E}"/>
              </a:ext>
            </a:extLst>
          </p:cNvPr>
          <p:cNvSpPr>
            <a:spLocks noGrp="1"/>
          </p:cNvSpPr>
          <p:nvPr/>
        </p:nvSpPr>
        <p:spPr>
          <a:xfrm>
            <a:off x="1181100" y="4610100"/>
            <a:ext cx="3086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高频分支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02C39CE-A19B-4A99-A5D0-F4457D0E1B22}"/>
              </a:ext>
            </a:extLst>
          </p:cNvPr>
          <p:cNvSpPr>
            <a:spLocks noGrp="1"/>
          </p:cNvSpPr>
          <p:nvPr/>
        </p:nvSpPr>
        <p:spPr>
          <a:xfrm>
            <a:off x="1181100" y="4914900"/>
            <a:ext cx="3086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更偏向边界、细节和梯度敏感区域，可服务于边界增强。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A1EFBAE-AABD-4723-B483-BFE1846B1E56}"/>
              </a:ext>
            </a:extLst>
          </p:cNvPr>
          <p:cNvSpPr>
            <a:spLocks noGrp="1"/>
          </p:cNvSpPr>
          <p:nvPr/>
        </p:nvSpPr>
        <p:spPr>
          <a:xfrm>
            <a:off x="4953000" y="4476750"/>
            <a:ext cx="34290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7D20A5D-B60C-48C9-B41C-460A232460FE}"/>
              </a:ext>
            </a:extLst>
          </p:cNvPr>
          <p:cNvSpPr>
            <a:spLocks noGrp="1"/>
          </p:cNvSpPr>
          <p:nvPr/>
        </p:nvSpPr>
        <p:spPr>
          <a:xfrm>
            <a:off x="5124450" y="4610100"/>
            <a:ext cx="3086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低频分支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4ECD0B4-4BC6-42D4-9528-E380AA28E9AD}"/>
              </a:ext>
            </a:extLst>
          </p:cNvPr>
          <p:cNvSpPr>
            <a:spLocks noGrp="1"/>
          </p:cNvSpPr>
          <p:nvPr/>
        </p:nvSpPr>
        <p:spPr>
          <a:xfrm>
            <a:off x="5124450" y="4914900"/>
            <a:ext cx="3086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更偏向整体结构建模，有助于减少噪声或伪边界干扰。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2DFDF29-8DB2-4C5C-AE52-FD924AD8C360}"/>
              </a:ext>
            </a:extLst>
          </p:cNvPr>
          <p:cNvSpPr>
            <a:spLocks noGrp="1"/>
          </p:cNvSpPr>
          <p:nvPr/>
        </p:nvSpPr>
        <p:spPr>
          <a:xfrm>
            <a:off x="8896350" y="4476750"/>
            <a:ext cx="1809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66BDAF9-4A38-4F8C-92DC-9BCAA6A94F21}"/>
              </a:ext>
            </a:extLst>
          </p:cNvPr>
          <p:cNvSpPr>
            <a:spLocks noGrp="1"/>
          </p:cNvSpPr>
          <p:nvPr/>
        </p:nvSpPr>
        <p:spPr>
          <a:xfrm>
            <a:off x="9067800" y="4610100"/>
            <a:ext cx="1466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参数量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73FFD52-7966-4459-B91A-E24570F41DC9}"/>
              </a:ext>
            </a:extLst>
          </p:cNvPr>
          <p:cNvSpPr>
            <a:spLocks noGrp="1"/>
          </p:cNvSpPr>
          <p:nvPr/>
        </p:nvSpPr>
        <p:spPr>
          <a:xfrm>
            <a:off x="9067800" y="4914900"/>
            <a:ext cx="1466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PFESA 本身不引入额外可训练参数。</a:t>
            </a:r>
          </a:p>
        </p:txBody>
      </p:sp>
    </p:spTree>
    <p:extLst>
      <p:ext uri="{BB962C8B-B14F-4D97-AF65-F5344CB8AC3E}">
        <p14:creationId xmlns:p14="http://schemas.microsoft.com/office/powerpoint/2010/main" val="161015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矩形 151">
            <a:extLst>
              <a:ext uri="{FF2B5EF4-FFF2-40B4-BE49-F238E27FC236}">
                <a16:creationId xmlns:a16="http://schemas.microsoft.com/office/drawing/2014/main" id="{1C339248-DD61-40C4-BEDA-C3D623818E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B2B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DE4E8A-5137-4B56-BB83-1ED3F63BDF54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RESULTS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A548DA0-45CD-4CD3-B151-99D7353EF645}"/>
              </a:ext>
            </a:extLst>
          </p:cNvPr>
          <p:cNvSpPr>
            <a:spLocks noGrp="1"/>
          </p:cNvSpPr>
          <p:nvPr/>
        </p:nvSpPr>
        <p:spPr>
          <a:xfrm>
            <a:off x="571500" y="590550"/>
            <a:ext cx="9144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75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rPr>
              <a:t>outputs_new 验证集 best epoch 结果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A129C2-604A-4AB4-BF3D-80754A053952}"/>
              </a:ext>
            </a:extLst>
          </p:cNvPr>
          <p:cNvSpPr>
            <a:spLocks noGrp="1"/>
          </p:cNvSpPr>
          <p:nvPr/>
        </p:nvSpPr>
        <p:spPr>
          <a:xfrm>
            <a:off x="571500" y="6153150"/>
            <a:ext cx="100965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01A3079-FBF9-4C87-B187-6261C6508428}"/>
              </a:ext>
            </a:extLst>
          </p:cNvPr>
          <p:cNvSpPr>
            <a:spLocks noGrp="1"/>
          </p:cNvSpPr>
          <p:nvPr/>
        </p:nvSpPr>
        <p:spPr>
          <a:xfrm>
            <a:off x="10572750" y="63246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05/05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018C012-C715-4EED-814A-FA622CFFE558}"/>
              </a:ext>
            </a:extLst>
          </p:cNvPr>
          <p:cNvSpPr>
            <a:spLocks noGrp="1"/>
          </p:cNvSpPr>
          <p:nvPr/>
        </p:nvSpPr>
        <p:spPr>
          <a:xfrm>
            <a:off x="552450" y="1381125"/>
            <a:ext cx="1104900" cy="381000"/>
          </a:xfrm>
          <a:prstGeom prst="rect">
            <a:avLst/>
          </a:prstGeom>
          <a:solidFill>
            <a:srgbClr val="2B2B2B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6CEDC24-6589-43EE-8B5C-2908878EDF09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E37546-611C-4205-A756-812FDAD3A3D8}"/>
              </a:ext>
            </a:extLst>
          </p:cNvPr>
          <p:cNvSpPr>
            <a:spLocks noGrp="1"/>
          </p:cNvSpPr>
          <p:nvPr/>
        </p:nvSpPr>
        <p:spPr>
          <a:xfrm>
            <a:off x="1657350" y="1381125"/>
            <a:ext cx="819150" cy="381000"/>
          </a:xfrm>
          <a:prstGeom prst="rect">
            <a:avLst/>
          </a:prstGeom>
          <a:solidFill>
            <a:srgbClr val="2B2B2B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B3B21FD-808A-457B-9E67-6EC3934144E1}"/>
              </a:ext>
            </a:extLst>
          </p:cNvPr>
          <p:cNvSpPr>
            <a:spLocks noGrp="1"/>
          </p:cNvSpPr>
          <p:nvPr/>
        </p:nvSpPr>
        <p:spPr>
          <a:xfrm>
            <a:off x="1714500" y="1457325"/>
            <a:ext cx="704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epoch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A47FC75-5034-4A58-B03B-F3715F9403DF}"/>
              </a:ext>
            </a:extLst>
          </p:cNvPr>
          <p:cNvSpPr>
            <a:spLocks noGrp="1"/>
          </p:cNvSpPr>
          <p:nvPr/>
        </p:nvSpPr>
        <p:spPr>
          <a:xfrm>
            <a:off x="2476500" y="1381125"/>
            <a:ext cx="1257300" cy="381000"/>
          </a:xfrm>
          <a:prstGeom prst="rect">
            <a:avLst/>
          </a:prstGeom>
          <a:solidFill>
            <a:srgbClr val="2B2B2B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DBD439-EB29-4588-9A79-DA7EEFD145FC}"/>
              </a:ext>
            </a:extLst>
          </p:cNvPr>
          <p:cNvSpPr>
            <a:spLocks noGrp="1"/>
          </p:cNvSpPr>
          <p:nvPr/>
        </p:nvSpPr>
        <p:spPr>
          <a:xfrm>
            <a:off x="2533650" y="1457325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Dice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96B367F-D271-474B-8024-22C530CC5177}"/>
              </a:ext>
            </a:extLst>
          </p:cNvPr>
          <p:cNvSpPr>
            <a:spLocks noGrp="1"/>
          </p:cNvSpPr>
          <p:nvPr/>
        </p:nvSpPr>
        <p:spPr>
          <a:xfrm>
            <a:off x="3733800" y="1381125"/>
            <a:ext cx="1162050" cy="381000"/>
          </a:xfrm>
          <a:prstGeom prst="rect">
            <a:avLst/>
          </a:prstGeom>
          <a:solidFill>
            <a:srgbClr val="2B2B2B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A31D26A-F35E-44BF-B0E2-050A4FD61EE5}"/>
              </a:ext>
            </a:extLst>
          </p:cNvPr>
          <p:cNvSpPr>
            <a:spLocks noGrp="1"/>
          </p:cNvSpPr>
          <p:nvPr/>
        </p:nvSpPr>
        <p:spPr>
          <a:xfrm>
            <a:off x="3790950" y="1457325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Delta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8E7457D-065C-43E6-BE8B-313F42135FF4}"/>
              </a:ext>
            </a:extLst>
          </p:cNvPr>
          <p:cNvSpPr>
            <a:spLocks noGrp="1"/>
          </p:cNvSpPr>
          <p:nvPr/>
        </p:nvSpPr>
        <p:spPr>
          <a:xfrm>
            <a:off x="4895850" y="1381125"/>
            <a:ext cx="1257300" cy="381000"/>
          </a:xfrm>
          <a:prstGeom prst="rect">
            <a:avLst/>
          </a:prstGeom>
          <a:solidFill>
            <a:srgbClr val="2B2B2B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CFEE238-D206-4BE5-94A6-A58D0FF39982}"/>
              </a:ext>
            </a:extLst>
          </p:cNvPr>
          <p:cNvSpPr>
            <a:spLocks noGrp="1"/>
          </p:cNvSpPr>
          <p:nvPr/>
        </p:nvSpPr>
        <p:spPr>
          <a:xfrm>
            <a:off x="4953000" y="1457325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IoU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18934F0-4D99-4703-B489-B60C7A7C0C0A}"/>
              </a:ext>
            </a:extLst>
          </p:cNvPr>
          <p:cNvSpPr>
            <a:spLocks noGrp="1"/>
          </p:cNvSpPr>
          <p:nvPr/>
        </p:nvSpPr>
        <p:spPr>
          <a:xfrm>
            <a:off x="6153150" y="1381125"/>
            <a:ext cx="1257300" cy="381000"/>
          </a:xfrm>
          <a:prstGeom prst="rect">
            <a:avLst/>
          </a:prstGeom>
          <a:solidFill>
            <a:srgbClr val="2B2B2B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6AFCEB6-0CF6-4CFE-88AE-4E52F36AA928}"/>
              </a:ext>
            </a:extLst>
          </p:cNvPr>
          <p:cNvSpPr>
            <a:spLocks noGrp="1"/>
          </p:cNvSpPr>
          <p:nvPr/>
        </p:nvSpPr>
        <p:spPr>
          <a:xfrm>
            <a:off x="6210300" y="1457325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B-IoU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D1DD129-9701-4FF4-AD5F-DDA14573320D}"/>
              </a:ext>
            </a:extLst>
          </p:cNvPr>
          <p:cNvSpPr>
            <a:spLocks noGrp="1"/>
          </p:cNvSpPr>
          <p:nvPr/>
        </p:nvSpPr>
        <p:spPr>
          <a:xfrm>
            <a:off x="7410450" y="1381125"/>
            <a:ext cx="1257300" cy="381000"/>
          </a:xfrm>
          <a:prstGeom prst="rect">
            <a:avLst/>
          </a:prstGeom>
          <a:solidFill>
            <a:srgbClr val="2B2B2B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6AFC3C-F1D0-4DF5-9512-0F878E1D4E44}"/>
              </a:ext>
            </a:extLst>
          </p:cNvPr>
          <p:cNvSpPr>
            <a:spLocks noGrp="1"/>
          </p:cNvSpPr>
          <p:nvPr/>
        </p:nvSpPr>
        <p:spPr>
          <a:xfrm>
            <a:off x="7467600" y="1457325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HD95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3521979-67F7-4926-8122-32D51F5CA806}"/>
              </a:ext>
            </a:extLst>
          </p:cNvPr>
          <p:cNvSpPr>
            <a:spLocks noGrp="1"/>
          </p:cNvSpPr>
          <p:nvPr/>
        </p:nvSpPr>
        <p:spPr>
          <a:xfrm>
            <a:off x="8667750" y="1381125"/>
            <a:ext cx="1123950" cy="381000"/>
          </a:xfrm>
          <a:prstGeom prst="rect">
            <a:avLst/>
          </a:prstGeom>
          <a:solidFill>
            <a:srgbClr val="2B2B2B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1D05BDC-5346-435F-8A8D-F1DED6147D86}"/>
              </a:ext>
            </a:extLst>
          </p:cNvPr>
          <p:cNvSpPr>
            <a:spLocks noGrp="1"/>
          </p:cNvSpPr>
          <p:nvPr/>
        </p:nvSpPr>
        <p:spPr>
          <a:xfrm>
            <a:off x="8724900" y="1457325"/>
            <a:ext cx="1009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MAE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80694FE-5679-4927-924A-7BAE8C83A45F}"/>
              </a:ext>
            </a:extLst>
          </p:cNvPr>
          <p:cNvSpPr>
            <a:spLocks noGrp="1"/>
          </p:cNvSpPr>
          <p:nvPr/>
        </p:nvSpPr>
        <p:spPr>
          <a:xfrm>
            <a:off x="552450" y="1762125"/>
            <a:ext cx="1104900" cy="419100"/>
          </a:xfrm>
          <a:prstGeom prst="rect">
            <a:avLst/>
          </a:prstGeom>
          <a:solidFill>
            <a:schemeClr val="bg2">
              <a:lumMod val="50000"/>
            </a:schemeClr>
          </a:solidFill>
          <a:ln w="11430">
            <a:solidFill>
              <a:srgbClr val="2B2B2B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ABFE574-6B7B-48F0-9EA9-7F135BF25ED3}"/>
              </a:ext>
            </a:extLst>
          </p:cNvPr>
          <p:cNvSpPr>
            <a:spLocks noGrp="1"/>
          </p:cNvSpPr>
          <p:nvPr/>
        </p:nvSpPr>
        <p:spPr>
          <a:xfrm>
            <a:off x="600075" y="1866900"/>
            <a:ext cx="1009650" cy="209550"/>
          </a:xfrm>
          <a:prstGeom prst="rect">
            <a:avLst/>
          </a:prstGeom>
          <a:solidFill>
            <a:schemeClr val="bg2">
              <a:lumMod val="50000"/>
            </a:scheme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x123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2D6D0BA-4402-4BDD-939A-92915E8AE3AE}"/>
              </a:ext>
            </a:extLst>
          </p:cNvPr>
          <p:cNvSpPr>
            <a:spLocks noGrp="1"/>
          </p:cNvSpPr>
          <p:nvPr/>
        </p:nvSpPr>
        <p:spPr>
          <a:xfrm>
            <a:off x="1657350" y="1762125"/>
            <a:ext cx="819150" cy="419100"/>
          </a:xfrm>
          <a:prstGeom prst="rect">
            <a:avLst/>
          </a:prstGeom>
          <a:solidFill>
            <a:schemeClr val="bg2">
              <a:lumMod val="50000"/>
            </a:schemeClr>
          </a:solidFill>
          <a:ln w="11430">
            <a:solidFill>
              <a:srgbClr val="2B2B2B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F16FE33-2E86-4EDF-818A-2259098760EE}"/>
              </a:ext>
            </a:extLst>
          </p:cNvPr>
          <p:cNvSpPr>
            <a:spLocks noGrp="1"/>
          </p:cNvSpPr>
          <p:nvPr/>
        </p:nvSpPr>
        <p:spPr>
          <a:xfrm>
            <a:off x="1704975" y="1866900"/>
            <a:ext cx="723900" cy="209550"/>
          </a:xfrm>
          <a:prstGeom prst="rect">
            <a:avLst/>
          </a:prstGeom>
          <a:solidFill>
            <a:schemeClr val="bg2">
              <a:lumMod val="50000"/>
            </a:scheme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86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32D41A9-9094-4B30-ACB2-E00472800BED}"/>
              </a:ext>
            </a:extLst>
          </p:cNvPr>
          <p:cNvSpPr>
            <a:spLocks noGrp="1"/>
          </p:cNvSpPr>
          <p:nvPr/>
        </p:nvSpPr>
        <p:spPr>
          <a:xfrm>
            <a:off x="2476500" y="1762125"/>
            <a:ext cx="1257300" cy="419100"/>
          </a:xfrm>
          <a:prstGeom prst="rect">
            <a:avLst/>
          </a:prstGeom>
          <a:solidFill>
            <a:schemeClr val="bg2">
              <a:lumMod val="50000"/>
            </a:schemeClr>
          </a:solidFill>
          <a:ln w="11430">
            <a:solidFill>
              <a:srgbClr val="2B2B2B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BF04E65-3D8D-422E-8E4A-2A9D5BD810EA}"/>
              </a:ext>
            </a:extLst>
          </p:cNvPr>
          <p:cNvSpPr>
            <a:spLocks noGrp="1"/>
          </p:cNvSpPr>
          <p:nvPr/>
        </p:nvSpPr>
        <p:spPr>
          <a:xfrm>
            <a:off x="2524125" y="1866900"/>
            <a:ext cx="1162050" cy="209550"/>
          </a:xfrm>
          <a:prstGeom prst="rect">
            <a:avLst/>
          </a:prstGeom>
          <a:solidFill>
            <a:schemeClr val="bg2">
              <a:lumMod val="50000"/>
            </a:scheme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0.885479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0AA7CFD-2A7B-4491-9907-49451367D6DE}"/>
              </a:ext>
            </a:extLst>
          </p:cNvPr>
          <p:cNvSpPr>
            <a:spLocks noGrp="1"/>
          </p:cNvSpPr>
          <p:nvPr/>
        </p:nvSpPr>
        <p:spPr>
          <a:xfrm>
            <a:off x="3733800" y="1762125"/>
            <a:ext cx="1162050" cy="419100"/>
          </a:xfrm>
          <a:prstGeom prst="rect">
            <a:avLst/>
          </a:prstGeom>
          <a:solidFill>
            <a:schemeClr val="bg2">
              <a:lumMod val="50000"/>
            </a:schemeClr>
          </a:solidFill>
          <a:ln w="11430">
            <a:solidFill>
              <a:srgbClr val="2B2B2B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097431F-3B52-4D8B-AD55-E47F34203FBB}"/>
              </a:ext>
            </a:extLst>
          </p:cNvPr>
          <p:cNvSpPr>
            <a:spLocks noGrp="1"/>
          </p:cNvSpPr>
          <p:nvPr/>
        </p:nvSpPr>
        <p:spPr>
          <a:xfrm>
            <a:off x="3781425" y="1866900"/>
            <a:ext cx="1066800" cy="209550"/>
          </a:xfrm>
          <a:prstGeom prst="rect">
            <a:avLst/>
          </a:prstGeom>
          <a:solidFill>
            <a:schemeClr val="bg2">
              <a:lumMod val="50000"/>
            </a:scheme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+0.001014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076FE8F-C22F-4ECC-B987-8CD7E3687D98}"/>
              </a:ext>
            </a:extLst>
          </p:cNvPr>
          <p:cNvSpPr>
            <a:spLocks noGrp="1"/>
          </p:cNvSpPr>
          <p:nvPr/>
        </p:nvSpPr>
        <p:spPr>
          <a:xfrm>
            <a:off x="4895850" y="1762125"/>
            <a:ext cx="1257300" cy="419100"/>
          </a:xfrm>
          <a:prstGeom prst="rect">
            <a:avLst/>
          </a:prstGeom>
          <a:solidFill>
            <a:schemeClr val="bg2">
              <a:lumMod val="50000"/>
            </a:schemeClr>
          </a:solidFill>
          <a:ln w="11430">
            <a:solidFill>
              <a:srgbClr val="2B2B2B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37F78A8-3CB4-4C49-9176-36854A935CAB}"/>
              </a:ext>
            </a:extLst>
          </p:cNvPr>
          <p:cNvSpPr>
            <a:spLocks noGrp="1"/>
          </p:cNvSpPr>
          <p:nvPr/>
        </p:nvSpPr>
        <p:spPr>
          <a:xfrm>
            <a:off x="4943475" y="1866900"/>
            <a:ext cx="1162050" cy="209550"/>
          </a:xfrm>
          <a:prstGeom prst="rect">
            <a:avLst/>
          </a:prstGeom>
          <a:solidFill>
            <a:schemeClr val="bg2">
              <a:lumMod val="50000"/>
            </a:scheme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0.802455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6E558C4-E2EB-4EB5-9B21-FA34AD08C624}"/>
              </a:ext>
            </a:extLst>
          </p:cNvPr>
          <p:cNvSpPr>
            <a:spLocks noGrp="1"/>
          </p:cNvSpPr>
          <p:nvPr/>
        </p:nvSpPr>
        <p:spPr>
          <a:xfrm>
            <a:off x="6153150" y="1762125"/>
            <a:ext cx="1257300" cy="419100"/>
          </a:xfrm>
          <a:prstGeom prst="rect">
            <a:avLst/>
          </a:prstGeom>
          <a:solidFill>
            <a:schemeClr val="bg2">
              <a:lumMod val="50000"/>
            </a:schemeClr>
          </a:solidFill>
          <a:ln w="11430">
            <a:solidFill>
              <a:srgbClr val="2B2B2B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DBD1D05-8284-4B22-BB2F-484CC7CC82D7}"/>
              </a:ext>
            </a:extLst>
          </p:cNvPr>
          <p:cNvSpPr>
            <a:spLocks noGrp="1"/>
          </p:cNvSpPr>
          <p:nvPr/>
        </p:nvSpPr>
        <p:spPr>
          <a:xfrm>
            <a:off x="6200775" y="1866900"/>
            <a:ext cx="1162050" cy="209550"/>
          </a:xfrm>
          <a:prstGeom prst="rect">
            <a:avLst/>
          </a:prstGeom>
          <a:solidFill>
            <a:schemeClr val="bg2">
              <a:lumMod val="50000"/>
            </a:scheme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0.337396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280DBA6-F058-41A5-8EDA-347ACD308D96}"/>
              </a:ext>
            </a:extLst>
          </p:cNvPr>
          <p:cNvSpPr>
            <a:spLocks noGrp="1"/>
          </p:cNvSpPr>
          <p:nvPr/>
        </p:nvSpPr>
        <p:spPr>
          <a:xfrm>
            <a:off x="7410450" y="1762125"/>
            <a:ext cx="1257300" cy="419100"/>
          </a:xfrm>
          <a:prstGeom prst="rect">
            <a:avLst/>
          </a:prstGeom>
          <a:solidFill>
            <a:schemeClr val="bg2">
              <a:lumMod val="50000"/>
            </a:schemeClr>
          </a:solidFill>
          <a:ln w="11430">
            <a:solidFill>
              <a:srgbClr val="2B2B2B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06397A7-30EB-4DCD-B4C0-37BB376CA4B1}"/>
              </a:ext>
            </a:extLst>
          </p:cNvPr>
          <p:cNvSpPr>
            <a:spLocks noGrp="1"/>
          </p:cNvSpPr>
          <p:nvPr/>
        </p:nvSpPr>
        <p:spPr>
          <a:xfrm>
            <a:off x="7458075" y="1866900"/>
            <a:ext cx="1162050" cy="209550"/>
          </a:xfrm>
          <a:prstGeom prst="rect">
            <a:avLst/>
          </a:prstGeom>
          <a:solidFill>
            <a:schemeClr val="bg2">
              <a:lumMod val="50000"/>
            </a:scheme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19.175577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038035D-6203-41CE-B6FE-DEF0DE0180EB}"/>
              </a:ext>
            </a:extLst>
          </p:cNvPr>
          <p:cNvSpPr>
            <a:spLocks noGrp="1"/>
          </p:cNvSpPr>
          <p:nvPr/>
        </p:nvSpPr>
        <p:spPr>
          <a:xfrm>
            <a:off x="8667750" y="1762125"/>
            <a:ext cx="1123950" cy="419100"/>
          </a:xfrm>
          <a:prstGeom prst="rect">
            <a:avLst/>
          </a:prstGeom>
          <a:solidFill>
            <a:schemeClr val="bg2">
              <a:lumMod val="50000"/>
            </a:schemeClr>
          </a:solidFill>
          <a:ln w="11430">
            <a:solidFill>
              <a:srgbClr val="2B2B2B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0758BAC-B972-46A7-87EC-A8C07D76E899}"/>
              </a:ext>
            </a:extLst>
          </p:cNvPr>
          <p:cNvSpPr>
            <a:spLocks noGrp="1"/>
          </p:cNvSpPr>
          <p:nvPr/>
        </p:nvSpPr>
        <p:spPr>
          <a:xfrm>
            <a:off x="8715375" y="1866900"/>
            <a:ext cx="1028700" cy="209550"/>
          </a:xfrm>
          <a:prstGeom prst="rect">
            <a:avLst/>
          </a:prstGeom>
          <a:solidFill>
            <a:schemeClr val="bg2">
              <a:lumMod val="50000"/>
            </a:scheme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0.059714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3AF68DC-D5AE-4334-AA8D-F3D8B7D020EE}"/>
              </a:ext>
            </a:extLst>
          </p:cNvPr>
          <p:cNvSpPr>
            <a:spLocks noGrp="1"/>
          </p:cNvSpPr>
          <p:nvPr/>
        </p:nvSpPr>
        <p:spPr>
          <a:xfrm>
            <a:off x="552450" y="2181225"/>
            <a:ext cx="1104900" cy="419100"/>
          </a:xfrm>
          <a:prstGeom prst="rect">
            <a:avLst/>
          </a:prstGeom>
          <a:solidFill>
            <a:srgbClr val="F9FAF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7105F7A-DF79-47BD-AF35-2B312CC14D78}"/>
              </a:ext>
            </a:extLst>
          </p:cNvPr>
          <p:cNvSpPr>
            <a:spLocks noGrp="1"/>
          </p:cNvSpPr>
          <p:nvPr/>
        </p:nvSpPr>
        <p:spPr>
          <a:xfrm>
            <a:off x="600075" y="2286000"/>
            <a:ext cx="1009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x23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AE40084-634D-4AA5-8EE9-2C44B79CC230}"/>
              </a:ext>
            </a:extLst>
          </p:cNvPr>
          <p:cNvSpPr>
            <a:spLocks noGrp="1"/>
          </p:cNvSpPr>
          <p:nvPr/>
        </p:nvSpPr>
        <p:spPr>
          <a:xfrm>
            <a:off x="1657350" y="2181225"/>
            <a:ext cx="819150" cy="419100"/>
          </a:xfrm>
          <a:prstGeom prst="rect">
            <a:avLst/>
          </a:prstGeom>
          <a:solidFill>
            <a:srgbClr val="F9FAF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4EDA429-FE1C-43CF-BB04-ECA1FDBB1F94}"/>
              </a:ext>
            </a:extLst>
          </p:cNvPr>
          <p:cNvSpPr>
            <a:spLocks noGrp="1"/>
          </p:cNvSpPr>
          <p:nvPr/>
        </p:nvSpPr>
        <p:spPr>
          <a:xfrm>
            <a:off x="1704975" y="22860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72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83FF3CE-5F4F-4106-AE53-C232F4DFC08F}"/>
              </a:ext>
            </a:extLst>
          </p:cNvPr>
          <p:cNvSpPr>
            <a:spLocks noGrp="1"/>
          </p:cNvSpPr>
          <p:nvPr/>
        </p:nvSpPr>
        <p:spPr>
          <a:xfrm>
            <a:off x="2476500" y="2181225"/>
            <a:ext cx="1257300" cy="419100"/>
          </a:xfrm>
          <a:prstGeom prst="rect">
            <a:avLst/>
          </a:prstGeom>
          <a:solidFill>
            <a:srgbClr val="F9FAF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429B16F-6346-4DA9-AA92-38EE9214BAB3}"/>
              </a:ext>
            </a:extLst>
          </p:cNvPr>
          <p:cNvSpPr>
            <a:spLocks noGrp="1"/>
          </p:cNvSpPr>
          <p:nvPr/>
        </p:nvSpPr>
        <p:spPr>
          <a:xfrm>
            <a:off x="2524125" y="22860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0.885237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EFEB1D0-4ABF-4B55-9221-A5F9AAC0E538}"/>
              </a:ext>
            </a:extLst>
          </p:cNvPr>
          <p:cNvSpPr>
            <a:spLocks noGrp="1"/>
          </p:cNvSpPr>
          <p:nvPr/>
        </p:nvSpPr>
        <p:spPr>
          <a:xfrm>
            <a:off x="3733800" y="2181225"/>
            <a:ext cx="1162050" cy="419100"/>
          </a:xfrm>
          <a:prstGeom prst="rect">
            <a:avLst/>
          </a:prstGeom>
          <a:solidFill>
            <a:srgbClr val="F9FAF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7370DAD-288F-421A-B12E-EB6B981D1785}"/>
              </a:ext>
            </a:extLst>
          </p:cNvPr>
          <p:cNvSpPr>
            <a:spLocks noGrp="1"/>
          </p:cNvSpPr>
          <p:nvPr/>
        </p:nvSpPr>
        <p:spPr>
          <a:xfrm>
            <a:off x="3781425" y="2286000"/>
            <a:ext cx="1066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+0.000772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862A36F-33B8-4D90-B903-598881B6364C}"/>
              </a:ext>
            </a:extLst>
          </p:cNvPr>
          <p:cNvSpPr>
            <a:spLocks noGrp="1"/>
          </p:cNvSpPr>
          <p:nvPr/>
        </p:nvSpPr>
        <p:spPr>
          <a:xfrm>
            <a:off x="4895850" y="2181225"/>
            <a:ext cx="1257300" cy="419100"/>
          </a:xfrm>
          <a:prstGeom prst="rect">
            <a:avLst/>
          </a:prstGeom>
          <a:solidFill>
            <a:srgbClr val="F9FAF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9335476-42B6-413B-AEBF-DE5C92F70038}"/>
              </a:ext>
            </a:extLst>
          </p:cNvPr>
          <p:cNvSpPr>
            <a:spLocks noGrp="1"/>
          </p:cNvSpPr>
          <p:nvPr/>
        </p:nvSpPr>
        <p:spPr>
          <a:xfrm>
            <a:off x="4943475" y="22860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0.801105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AF178FE-515C-4CA4-ABB4-B8290543D5C2}"/>
              </a:ext>
            </a:extLst>
          </p:cNvPr>
          <p:cNvSpPr>
            <a:spLocks noGrp="1"/>
          </p:cNvSpPr>
          <p:nvPr/>
        </p:nvSpPr>
        <p:spPr>
          <a:xfrm>
            <a:off x="6153150" y="2181225"/>
            <a:ext cx="1257300" cy="419100"/>
          </a:xfrm>
          <a:prstGeom prst="rect">
            <a:avLst/>
          </a:prstGeom>
          <a:solidFill>
            <a:srgbClr val="F9FAF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8831070-DA22-45C8-BE45-135F3CF1CD27}"/>
              </a:ext>
            </a:extLst>
          </p:cNvPr>
          <p:cNvSpPr>
            <a:spLocks noGrp="1"/>
          </p:cNvSpPr>
          <p:nvPr/>
        </p:nvSpPr>
        <p:spPr>
          <a:xfrm>
            <a:off x="6200775" y="22860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0.336616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84C408D-2738-4227-B8CD-17056D269930}"/>
              </a:ext>
            </a:extLst>
          </p:cNvPr>
          <p:cNvSpPr>
            <a:spLocks noGrp="1"/>
          </p:cNvSpPr>
          <p:nvPr/>
        </p:nvSpPr>
        <p:spPr>
          <a:xfrm>
            <a:off x="7410450" y="2181225"/>
            <a:ext cx="1257300" cy="419100"/>
          </a:xfrm>
          <a:prstGeom prst="rect">
            <a:avLst/>
          </a:prstGeom>
          <a:solidFill>
            <a:srgbClr val="F9FAF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9DEE703-CDF0-4764-9068-01D6C414B551}"/>
              </a:ext>
            </a:extLst>
          </p:cNvPr>
          <p:cNvSpPr>
            <a:spLocks noGrp="1"/>
          </p:cNvSpPr>
          <p:nvPr/>
        </p:nvSpPr>
        <p:spPr>
          <a:xfrm>
            <a:off x="7458075" y="22860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19.870700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7B950F4-B00F-43F6-A4F4-98BBDA8CA000}"/>
              </a:ext>
            </a:extLst>
          </p:cNvPr>
          <p:cNvSpPr>
            <a:spLocks noGrp="1"/>
          </p:cNvSpPr>
          <p:nvPr/>
        </p:nvSpPr>
        <p:spPr>
          <a:xfrm>
            <a:off x="8667750" y="2181225"/>
            <a:ext cx="1123950" cy="419100"/>
          </a:xfrm>
          <a:prstGeom prst="rect">
            <a:avLst/>
          </a:prstGeom>
          <a:solidFill>
            <a:srgbClr val="F9FAF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D53240D-BCA1-4528-9010-4FE02693A4CD}"/>
              </a:ext>
            </a:extLst>
          </p:cNvPr>
          <p:cNvSpPr>
            <a:spLocks noGrp="1"/>
          </p:cNvSpPr>
          <p:nvPr/>
        </p:nvSpPr>
        <p:spPr>
          <a:xfrm>
            <a:off x="8715375" y="2286000"/>
            <a:ext cx="1028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0.060038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6ACFB5E-9C52-498B-8515-2E44C26FF7D2}"/>
              </a:ext>
            </a:extLst>
          </p:cNvPr>
          <p:cNvSpPr>
            <a:spLocks noGrp="1"/>
          </p:cNvSpPr>
          <p:nvPr/>
        </p:nvSpPr>
        <p:spPr>
          <a:xfrm>
            <a:off x="552450" y="2600325"/>
            <a:ext cx="1104900" cy="419100"/>
          </a:xfrm>
          <a:prstGeom prst="rect">
            <a:avLst/>
          </a:prstGeom>
          <a:solidFill>
            <a:srgbClr val="E6E8E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C9569610-6672-4009-B1B4-DAE0078D6EC7}"/>
              </a:ext>
            </a:extLst>
          </p:cNvPr>
          <p:cNvSpPr>
            <a:spLocks noGrp="1"/>
          </p:cNvSpPr>
          <p:nvPr/>
        </p:nvSpPr>
        <p:spPr>
          <a:xfrm>
            <a:off x="600075" y="2705100"/>
            <a:ext cx="1009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x13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65218D52-19AB-489B-A687-D24176B747BA}"/>
              </a:ext>
            </a:extLst>
          </p:cNvPr>
          <p:cNvSpPr>
            <a:spLocks noGrp="1"/>
          </p:cNvSpPr>
          <p:nvPr/>
        </p:nvSpPr>
        <p:spPr>
          <a:xfrm>
            <a:off x="1657350" y="2600325"/>
            <a:ext cx="819150" cy="419100"/>
          </a:xfrm>
          <a:prstGeom prst="rect">
            <a:avLst/>
          </a:prstGeom>
          <a:solidFill>
            <a:srgbClr val="E6E8E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709088F1-82F7-40F6-B203-A18FBB41AF63}"/>
              </a:ext>
            </a:extLst>
          </p:cNvPr>
          <p:cNvSpPr>
            <a:spLocks noGrp="1"/>
          </p:cNvSpPr>
          <p:nvPr/>
        </p:nvSpPr>
        <p:spPr>
          <a:xfrm>
            <a:off x="1704975" y="27051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62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6B9332E-A35E-4ABB-9174-C55DEFD05348}"/>
              </a:ext>
            </a:extLst>
          </p:cNvPr>
          <p:cNvSpPr>
            <a:spLocks noGrp="1"/>
          </p:cNvSpPr>
          <p:nvPr/>
        </p:nvSpPr>
        <p:spPr>
          <a:xfrm>
            <a:off x="2476500" y="2600325"/>
            <a:ext cx="1257300" cy="419100"/>
          </a:xfrm>
          <a:prstGeom prst="rect">
            <a:avLst/>
          </a:prstGeom>
          <a:solidFill>
            <a:srgbClr val="E6E8E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87F91B7D-0D00-4970-BEA3-B52EC81A54E4}"/>
              </a:ext>
            </a:extLst>
          </p:cNvPr>
          <p:cNvSpPr>
            <a:spLocks noGrp="1"/>
          </p:cNvSpPr>
          <p:nvPr/>
        </p:nvSpPr>
        <p:spPr>
          <a:xfrm>
            <a:off x="2524125" y="27051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0.884897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3ECF72F9-FF4D-461C-BA48-66D5C8B0A289}"/>
              </a:ext>
            </a:extLst>
          </p:cNvPr>
          <p:cNvSpPr>
            <a:spLocks noGrp="1"/>
          </p:cNvSpPr>
          <p:nvPr/>
        </p:nvSpPr>
        <p:spPr>
          <a:xfrm>
            <a:off x="3733800" y="2600325"/>
            <a:ext cx="1162050" cy="419100"/>
          </a:xfrm>
          <a:prstGeom prst="rect">
            <a:avLst/>
          </a:prstGeom>
          <a:solidFill>
            <a:srgbClr val="E6E8E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A5A2DA5-E7DF-413A-A0C5-7C6D08F6100C}"/>
              </a:ext>
            </a:extLst>
          </p:cNvPr>
          <p:cNvSpPr>
            <a:spLocks noGrp="1"/>
          </p:cNvSpPr>
          <p:nvPr/>
        </p:nvSpPr>
        <p:spPr>
          <a:xfrm>
            <a:off x="3781425" y="2705100"/>
            <a:ext cx="1066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+0.000432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330BAD96-0FD2-429F-8F62-A847F0F290A1}"/>
              </a:ext>
            </a:extLst>
          </p:cNvPr>
          <p:cNvSpPr>
            <a:spLocks noGrp="1"/>
          </p:cNvSpPr>
          <p:nvPr/>
        </p:nvSpPr>
        <p:spPr>
          <a:xfrm>
            <a:off x="4895850" y="2600325"/>
            <a:ext cx="1257300" cy="419100"/>
          </a:xfrm>
          <a:prstGeom prst="rect">
            <a:avLst/>
          </a:prstGeom>
          <a:solidFill>
            <a:srgbClr val="E6E8E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054D8B5-1B71-408A-9363-CA98432116D4}"/>
              </a:ext>
            </a:extLst>
          </p:cNvPr>
          <p:cNvSpPr>
            <a:spLocks noGrp="1"/>
          </p:cNvSpPr>
          <p:nvPr/>
        </p:nvSpPr>
        <p:spPr>
          <a:xfrm>
            <a:off x="4943475" y="27051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0.801481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FDDF1C3C-58BA-4181-9A0C-2B9542FF0DED}"/>
              </a:ext>
            </a:extLst>
          </p:cNvPr>
          <p:cNvSpPr>
            <a:spLocks noGrp="1"/>
          </p:cNvSpPr>
          <p:nvPr/>
        </p:nvSpPr>
        <p:spPr>
          <a:xfrm>
            <a:off x="6153150" y="2600325"/>
            <a:ext cx="1257300" cy="419100"/>
          </a:xfrm>
          <a:prstGeom prst="rect">
            <a:avLst/>
          </a:prstGeom>
          <a:solidFill>
            <a:srgbClr val="E6E8E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CCC35F1-3E16-498A-AA6A-E5161AC73797}"/>
              </a:ext>
            </a:extLst>
          </p:cNvPr>
          <p:cNvSpPr>
            <a:spLocks noGrp="1"/>
          </p:cNvSpPr>
          <p:nvPr/>
        </p:nvSpPr>
        <p:spPr>
          <a:xfrm>
            <a:off x="6200775" y="27051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0.340406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B8EA9874-8F0B-45EB-A6D6-AF9C3B4B4548}"/>
              </a:ext>
            </a:extLst>
          </p:cNvPr>
          <p:cNvSpPr>
            <a:spLocks noGrp="1"/>
          </p:cNvSpPr>
          <p:nvPr/>
        </p:nvSpPr>
        <p:spPr>
          <a:xfrm>
            <a:off x="7410450" y="2600325"/>
            <a:ext cx="1257300" cy="419100"/>
          </a:xfrm>
          <a:prstGeom prst="rect">
            <a:avLst/>
          </a:prstGeom>
          <a:solidFill>
            <a:srgbClr val="E6E8E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BA319F28-70E6-430E-94CB-FB9D3A35B96F}"/>
              </a:ext>
            </a:extLst>
          </p:cNvPr>
          <p:cNvSpPr>
            <a:spLocks noGrp="1"/>
          </p:cNvSpPr>
          <p:nvPr/>
        </p:nvSpPr>
        <p:spPr>
          <a:xfrm>
            <a:off x="7458075" y="27051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19.502356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7B8821B5-FCCD-4E99-94F6-406805FEA40A}"/>
              </a:ext>
            </a:extLst>
          </p:cNvPr>
          <p:cNvSpPr>
            <a:spLocks noGrp="1"/>
          </p:cNvSpPr>
          <p:nvPr/>
        </p:nvSpPr>
        <p:spPr>
          <a:xfrm>
            <a:off x="8667750" y="2600325"/>
            <a:ext cx="1123950" cy="419100"/>
          </a:xfrm>
          <a:prstGeom prst="rect">
            <a:avLst/>
          </a:prstGeom>
          <a:solidFill>
            <a:srgbClr val="E6E8E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32721945-4241-42AD-8935-478B662FB0E2}"/>
              </a:ext>
            </a:extLst>
          </p:cNvPr>
          <p:cNvSpPr>
            <a:spLocks noGrp="1"/>
          </p:cNvSpPr>
          <p:nvPr/>
        </p:nvSpPr>
        <p:spPr>
          <a:xfrm>
            <a:off x="8715375" y="2705100"/>
            <a:ext cx="1028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0.059972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A94BF0CF-9AB9-4657-B3D2-2345462D720D}"/>
              </a:ext>
            </a:extLst>
          </p:cNvPr>
          <p:cNvSpPr>
            <a:spLocks noGrp="1"/>
          </p:cNvSpPr>
          <p:nvPr/>
        </p:nvSpPr>
        <p:spPr>
          <a:xfrm>
            <a:off x="552450" y="3019425"/>
            <a:ext cx="1104900" cy="419100"/>
          </a:xfrm>
          <a:prstGeom prst="rect">
            <a:avLst/>
          </a:prstGeom>
          <a:solidFill>
            <a:srgbClr val="F9FAF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15A93C93-33F5-46AE-AAF4-8EA8262A27D0}"/>
              </a:ext>
            </a:extLst>
          </p:cNvPr>
          <p:cNvSpPr>
            <a:spLocks noGrp="1"/>
          </p:cNvSpPr>
          <p:nvPr/>
        </p:nvSpPr>
        <p:spPr>
          <a:xfrm>
            <a:off x="600075" y="3124200"/>
            <a:ext cx="1009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x2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25BD0819-F033-45F1-9AE8-7D5018216502}"/>
              </a:ext>
            </a:extLst>
          </p:cNvPr>
          <p:cNvSpPr>
            <a:spLocks noGrp="1"/>
          </p:cNvSpPr>
          <p:nvPr/>
        </p:nvSpPr>
        <p:spPr>
          <a:xfrm>
            <a:off x="1657350" y="3019425"/>
            <a:ext cx="819150" cy="419100"/>
          </a:xfrm>
          <a:prstGeom prst="rect">
            <a:avLst/>
          </a:prstGeom>
          <a:solidFill>
            <a:srgbClr val="F9FAF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29B4EFC0-D0DB-41FC-8BAD-44435489A9C1}"/>
              </a:ext>
            </a:extLst>
          </p:cNvPr>
          <p:cNvSpPr>
            <a:spLocks noGrp="1"/>
          </p:cNvSpPr>
          <p:nvPr/>
        </p:nvSpPr>
        <p:spPr>
          <a:xfrm>
            <a:off x="1704975" y="31242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78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449074B1-2052-4AEC-972C-FDBB889CF774}"/>
              </a:ext>
            </a:extLst>
          </p:cNvPr>
          <p:cNvSpPr>
            <a:spLocks noGrp="1"/>
          </p:cNvSpPr>
          <p:nvPr/>
        </p:nvSpPr>
        <p:spPr>
          <a:xfrm>
            <a:off x="2476500" y="3019425"/>
            <a:ext cx="1257300" cy="419100"/>
          </a:xfrm>
          <a:prstGeom prst="rect">
            <a:avLst/>
          </a:prstGeom>
          <a:solidFill>
            <a:srgbClr val="F9FAF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76364F9D-0086-41F5-B39F-2B8809DF849B}"/>
              </a:ext>
            </a:extLst>
          </p:cNvPr>
          <p:cNvSpPr>
            <a:spLocks noGrp="1"/>
          </p:cNvSpPr>
          <p:nvPr/>
        </p:nvSpPr>
        <p:spPr>
          <a:xfrm>
            <a:off x="2524125" y="31242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0.884716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9D496FC7-69EA-4B81-8D44-C813A5BDA96C}"/>
              </a:ext>
            </a:extLst>
          </p:cNvPr>
          <p:cNvSpPr>
            <a:spLocks noGrp="1"/>
          </p:cNvSpPr>
          <p:nvPr/>
        </p:nvSpPr>
        <p:spPr>
          <a:xfrm>
            <a:off x="3733800" y="3019425"/>
            <a:ext cx="1162050" cy="419100"/>
          </a:xfrm>
          <a:prstGeom prst="rect">
            <a:avLst/>
          </a:prstGeom>
          <a:solidFill>
            <a:srgbClr val="F9FAF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18A5AD76-3DEA-4CD0-87C9-D67637B28A54}"/>
              </a:ext>
            </a:extLst>
          </p:cNvPr>
          <p:cNvSpPr>
            <a:spLocks noGrp="1"/>
          </p:cNvSpPr>
          <p:nvPr/>
        </p:nvSpPr>
        <p:spPr>
          <a:xfrm>
            <a:off x="3781425" y="3124200"/>
            <a:ext cx="1066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+0.000250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38F49DAA-4FF9-48A9-82F4-CCA7047E08F2}"/>
              </a:ext>
            </a:extLst>
          </p:cNvPr>
          <p:cNvSpPr>
            <a:spLocks noGrp="1"/>
          </p:cNvSpPr>
          <p:nvPr/>
        </p:nvSpPr>
        <p:spPr>
          <a:xfrm>
            <a:off x="4895850" y="3019425"/>
            <a:ext cx="1257300" cy="419100"/>
          </a:xfrm>
          <a:prstGeom prst="rect">
            <a:avLst/>
          </a:prstGeom>
          <a:solidFill>
            <a:srgbClr val="F9FAF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2335C3CE-D10B-4204-9A75-0158BECED068}"/>
              </a:ext>
            </a:extLst>
          </p:cNvPr>
          <p:cNvSpPr>
            <a:spLocks noGrp="1"/>
          </p:cNvSpPr>
          <p:nvPr/>
        </p:nvSpPr>
        <p:spPr>
          <a:xfrm>
            <a:off x="4943475" y="31242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0.799833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3732F317-BD6E-46E9-988F-C919B3BC9F2B}"/>
              </a:ext>
            </a:extLst>
          </p:cNvPr>
          <p:cNvSpPr>
            <a:spLocks noGrp="1"/>
          </p:cNvSpPr>
          <p:nvPr/>
        </p:nvSpPr>
        <p:spPr>
          <a:xfrm>
            <a:off x="6153150" y="3019425"/>
            <a:ext cx="1257300" cy="419100"/>
          </a:xfrm>
          <a:prstGeom prst="rect">
            <a:avLst/>
          </a:prstGeom>
          <a:solidFill>
            <a:srgbClr val="F9FAF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CE90F8F7-A2FA-4171-818F-71C0369D29F3}"/>
              </a:ext>
            </a:extLst>
          </p:cNvPr>
          <p:cNvSpPr>
            <a:spLocks noGrp="1"/>
          </p:cNvSpPr>
          <p:nvPr/>
        </p:nvSpPr>
        <p:spPr>
          <a:xfrm>
            <a:off x="6200775" y="31242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0.331567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50A93985-3C65-4C48-87D8-DBD72AD5BD5F}"/>
              </a:ext>
            </a:extLst>
          </p:cNvPr>
          <p:cNvSpPr>
            <a:spLocks noGrp="1"/>
          </p:cNvSpPr>
          <p:nvPr/>
        </p:nvSpPr>
        <p:spPr>
          <a:xfrm>
            <a:off x="7410450" y="3019425"/>
            <a:ext cx="1257300" cy="419100"/>
          </a:xfrm>
          <a:prstGeom prst="rect">
            <a:avLst/>
          </a:prstGeom>
          <a:solidFill>
            <a:srgbClr val="F9FAF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90BF6754-4499-480B-9066-8D019B41F68B}"/>
              </a:ext>
            </a:extLst>
          </p:cNvPr>
          <p:cNvSpPr>
            <a:spLocks noGrp="1"/>
          </p:cNvSpPr>
          <p:nvPr/>
        </p:nvSpPr>
        <p:spPr>
          <a:xfrm>
            <a:off x="7458075" y="31242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19.712700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D8F22377-2934-4642-A478-4BE3CFF3B227}"/>
              </a:ext>
            </a:extLst>
          </p:cNvPr>
          <p:cNvSpPr>
            <a:spLocks noGrp="1"/>
          </p:cNvSpPr>
          <p:nvPr/>
        </p:nvSpPr>
        <p:spPr>
          <a:xfrm>
            <a:off x="8667750" y="3019425"/>
            <a:ext cx="1123950" cy="419100"/>
          </a:xfrm>
          <a:prstGeom prst="rect">
            <a:avLst/>
          </a:prstGeom>
          <a:solidFill>
            <a:srgbClr val="F9FAF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D4ED8FEE-8432-463E-8CD8-CE35B5888943}"/>
              </a:ext>
            </a:extLst>
          </p:cNvPr>
          <p:cNvSpPr>
            <a:spLocks noGrp="1"/>
          </p:cNvSpPr>
          <p:nvPr/>
        </p:nvSpPr>
        <p:spPr>
          <a:xfrm>
            <a:off x="8715375" y="3124200"/>
            <a:ext cx="1028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0.059763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AE3F7EF9-3534-4170-B984-A926B849CDD8}"/>
              </a:ext>
            </a:extLst>
          </p:cNvPr>
          <p:cNvSpPr>
            <a:spLocks noGrp="1"/>
          </p:cNvSpPr>
          <p:nvPr/>
        </p:nvSpPr>
        <p:spPr>
          <a:xfrm>
            <a:off x="552450" y="3438525"/>
            <a:ext cx="11049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9EA31B3C-CF79-45F6-98B9-E04E211A1E75}"/>
              </a:ext>
            </a:extLst>
          </p:cNvPr>
          <p:cNvSpPr>
            <a:spLocks noGrp="1"/>
          </p:cNvSpPr>
          <p:nvPr/>
        </p:nvSpPr>
        <p:spPr>
          <a:xfrm>
            <a:off x="600075" y="3543300"/>
            <a:ext cx="1009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baseline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C47BEAC1-3643-4292-9377-82E57D5F90C6}"/>
              </a:ext>
            </a:extLst>
          </p:cNvPr>
          <p:cNvSpPr>
            <a:spLocks noGrp="1"/>
          </p:cNvSpPr>
          <p:nvPr/>
        </p:nvSpPr>
        <p:spPr>
          <a:xfrm>
            <a:off x="1657350" y="3438525"/>
            <a:ext cx="8191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B6AE8047-6CF5-4AF5-95D8-B0F2541E6BFC}"/>
              </a:ext>
            </a:extLst>
          </p:cNvPr>
          <p:cNvSpPr>
            <a:spLocks noGrp="1"/>
          </p:cNvSpPr>
          <p:nvPr/>
        </p:nvSpPr>
        <p:spPr>
          <a:xfrm>
            <a:off x="1704975" y="35433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61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BD060D33-24A9-4328-AE62-453B0A182384}"/>
              </a:ext>
            </a:extLst>
          </p:cNvPr>
          <p:cNvSpPr>
            <a:spLocks noGrp="1"/>
          </p:cNvSpPr>
          <p:nvPr/>
        </p:nvSpPr>
        <p:spPr>
          <a:xfrm>
            <a:off x="2476500" y="3438525"/>
            <a:ext cx="12573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1438A661-0FBB-47BC-BF1B-72CDBE7D5AE6}"/>
              </a:ext>
            </a:extLst>
          </p:cNvPr>
          <p:cNvSpPr>
            <a:spLocks noGrp="1"/>
          </p:cNvSpPr>
          <p:nvPr/>
        </p:nvSpPr>
        <p:spPr>
          <a:xfrm>
            <a:off x="2524125" y="35433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0.884466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A990F5F1-4D9F-4C90-ACA1-5A62B353F79A}"/>
              </a:ext>
            </a:extLst>
          </p:cNvPr>
          <p:cNvSpPr>
            <a:spLocks noGrp="1"/>
          </p:cNvSpPr>
          <p:nvPr/>
        </p:nvSpPr>
        <p:spPr>
          <a:xfrm>
            <a:off x="3733800" y="3438525"/>
            <a:ext cx="11620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D09CBD0E-7A46-49B8-B5C2-DACB8B7BD7DD}"/>
              </a:ext>
            </a:extLst>
          </p:cNvPr>
          <p:cNvSpPr>
            <a:spLocks noGrp="1"/>
          </p:cNvSpPr>
          <p:nvPr/>
        </p:nvSpPr>
        <p:spPr>
          <a:xfrm>
            <a:off x="3781425" y="3543300"/>
            <a:ext cx="1066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233C1419-70D8-4C5D-AFEF-61D14621CF15}"/>
              </a:ext>
            </a:extLst>
          </p:cNvPr>
          <p:cNvSpPr>
            <a:spLocks noGrp="1"/>
          </p:cNvSpPr>
          <p:nvPr/>
        </p:nvSpPr>
        <p:spPr>
          <a:xfrm>
            <a:off x="4895850" y="3438525"/>
            <a:ext cx="12573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294F8911-EB3D-4E25-8976-6D514B70F4CC}"/>
              </a:ext>
            </a:extLst>
          </p:cNvPr>
          <p:cNvSpPr>
            <a:spLocks noGrp="1"/>
          </p:cNvSpPr>
          <p:nvPr/>
        </p:nvSpPr>
        <p:spPr>
          <a:xfrm>
            <a:off x="4943475" y="35433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0.800809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DFD70F15-5873-4E78-B5C9-AEF40492305D}"/>
              </a:ext>
            </a:extLst>
          </p:cNvPr>
          <p:cNvSpPr>
            <a:spLocks noGrp="1"/>
          </p:cNvSpPr>
          <p:nvPr/>
        </p:nvSpPr>
        <p:spPr>
          <a:xfrm>
            <a:off x="6153150" y="3438525"/>
            <a:ext cx="12573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84B05990-7363-4FF4-8063-01CFC1159087}"/>
              </a:ext>
            </a:extLst>
          </p:cNvPr>
          <p:cNvSpPr>
            <a:spLocks noGrp="1"/>
          </p:cNvSpPr>
          <p:nvPr/>
        </p:nvSpPr>
        <p:spPr>
          <a:xfrm>
            <a:off x="6200775" y="35433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0.338314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553E2B06-FEC7-474F-A7D7-BD9B943BAF9A}"/>
              </a:ext>
            </a:extLst>
          </p:cNvPr>
          <p:cNvSpPr>
            <a:spLocks noGrp="1"/>
          </p:cNvSpPr>
          <p:nvPr/>
        </p:nvSpPr>
        <p:spPr>
          <a:xfrm>
            <a:off x="7410450" y="3438525"/>
            <a:ext cx="12573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750FB870-E866-4777-9AD0-F124028FD3EF}"/>
              </a:ext>
            </a:extLst>
          </p:cNvPr>
          <p:cNvSpPr>
            <a:spLocks noGrp="1"/>
          </p:cNvSpPr>
          <p:nvPr/>
        </p:nvSpPr>
        <p:spPr>
          <a:xfrm>
            <a:off x="7458075" y="35433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19.663332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B409EC01-8ED6-4812-B4D2-AAC84D236178}"/>
              </a:ext>
            </a:extLst>
          </p:cNvPr>
          <p:cNvSpPr>
            <a:spLocks noGrp="1"/>
          </p:cNvSpPr>
          <p:nvPr/>
        </p:nvSpPr>
        <p:spPr>
          <a:xfrm>
            <a:off x="8667750" y="3438525"/>
            <a:ext cx="11239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744AF482-35D8-4CCC-A7E4-32023BBA4CDA}"/>
              </a:ext>
            </a:extLst>
          </p:cNvPr>
          <p:cNvSpPr>
            <a:spLocks noGrp="1"/>
          </p:cNvSpPr>
          <p:nvPr/>
        </p:nvSpPr>
        <p:spPr>
          <a:xfrm>
            <a:off x="8715375" y="3543300"/>
            <a:ext cx="1028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0.059606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3319FAF2-1A81-4DE9-ACF0-6379A3EA1BE8}"/>
              </a:ext>
            </a:extLst>
          </p:cNvPr>
          <p:cNvSpPr>
            <a:spLocks noGrp="1"/>
          </p:cNvSpPr>
          <p:nvPr/>
        </p:nvSpPr>
        <p:spPr>
          <a:xfrm>
            <a:off x="552450" y="3857625"/>
            <a:ext cx="1104900" cy="419100"/>
          </a:xfrm>
          <a:prstGeom prst="rect">
            <a:avLst/>
          </a:prstGeom>
          <a:solidFill>
            <a:srgbClr val="F9FAF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9933404B-D0A0-4E8F-9224-289CB1927624}"/>
              </a:ext>
            </a:extLst>
          </p:cNvPr>
          <p:cNvSpPr>
            <a:spLocks noGrp="1"/>
          </p:cNvSpPr>
          <p:nvPr/>
        </p:nvSpPr>
        <p:spPr>
          <a:xfrm>
            <a:off x="600075" y="3962400"/>
            <a:ext cx="1009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x12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584DDCBA-F231-475C-9990-2E7A28CF4E67}"/>
              </a:ext>
            </a:extLst>
          </p:cNvPr>
          <p:cNvSpPr>
            <a:spLocks noGrp="1"/>
          </p:cNvSpPr>
          <p:nvPr/>
        </p:nvSpPr>
        <p:spPr>
          <a:xfrm>
            <a:off x="1657350" y="3857625"/>
            <a:ext cx="819150" cy="419100"/>
          </a:xfrm>
          <a:prstGeom prst="rect">
            <a:avLst/>
          </a:prstGeom>
          <a:solidFill>
            <a:srgbClr val="F9FAF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00019B4F-3054-4E59-A7CB-B836207F4629}"/>
              </a:ext>
            </a:extLst>
          </p:cNvPr>
          <p:cNvSpPr>
            <a:spLocks noGrp="1"/>
          </p:cNvSpPr>
          <p:nvPr/>
        </p:nvSpPr>
        <p:spPr>
          <a:xfrm>
            <a:off x="1704975" y="39624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98</a:t>
            </a: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8DB430B6-AA7E-45F9-A96D-F2E30A35CF26}"/>
              </a:ext>
            </a:extLst>
          </p:cNvPr>
          <p:cNvSpPr>
            <a:spLocks noGrp="1"/>
          </p:cNvSpPr>
          <p:nvPr/>
        </p:nvSpPr>
        <p:spPr>
          <a:xfrm>
            <a:off x="2476500" y="3857625"/>
            <a:ext cx="1257300" cy="419100"/>
          </a:xfrm>
          <a:prstGeom prst="rect">
            <a:avLst/>
          </a:prstGeom>
          <a:solidFill>
            <a:srgbClr val="F9FAF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38733F8D-B139-4639-94D6-933171FE7E5D}"/>
              </a:ext>
            </a:extLst>
          </p:cNvPr>
          <p:cNvSpPr>
            <a:spLocks noGrp="1"/>
          </p:cNvSpPr>
          <p:nvPr/>
        </p:nvSpPr>
        <p:spPr>
          <a:xfrm>
            <a:off x="2524125" y="39624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0.884278</a:t>
            </a: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7645427B-5B2B-45A5-BB00-EE2A7A421C12}"/>
              </a:ext>
            </a:extLst>
          </p:cNvPr>
          <p:cNvSpPr>
            <a:spLocks noGrp="1"/>
          </p:cNvSpPr>
          <p:nvPr/>
        </p:nvSpPr>
        <p:spPr>
          <a:xfrm>
            <a:off x="3733800" y="3857625"/>
            <a:ext cx="1162050" cy="419100"/>
          </a:xfrm>
          <a:prstGeom prst="rect">
            <a:avLst/>
          </a:prstGeom>
          <a:solidFill>
            <a:srgbClr val="F9FAF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98FA6B12-9E58-45F8-89DA-04976A9D2103}"/>
              </a:ext>
            </a:extLst>
          </p:cNvPr>
          <p:cNvSpPr>
            <a:spLocks noGrp="1"/>
          </p:cNvSpPr>
          <p:nvPr/>
        </p:nvSpPr>
        <p:spPr>
          <a:xfrm>
            <a:off x="3781425" y="3962400"/>
            <a:ext cx="1066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-0.000188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92B28D2D-3C11-4A0A-B41D-254B0A644B5E}"/>
              </a:ext>
            </a:extLst>
          </p:cNvPr>
          <p:cNvSpPr>
            <a:spLocks noGrp="1"/>
          </p:cNvSpPr>
          <p:nvPr/>
        </p:nvSpPr>
        <p:spPr>
          <a:xfrm>
            <a:off x="4895850" y="3857625"/>
            <a:ext cx="1257300" cy="419100"/>
          </a:xfrm>
          <a:prstGeom prst="rect">
            <a:avLst/>
          </a:prstGeom>
          <a:solidFill>
            <a:srgbClr val="F9FAF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D8F9EBC3-B6D7-4348-8BD9-A8CA707DE090}"/>
              </a:ext>
            </a:extLst>
          </p:cNvPr>
          <p:cNvSpPr>
            <a:spLocks noGrp="1"/>
          </p:cNvSpPr>
          <p:nvPr/>
        </p:nvSpPr>
        <p:spPr>
          <a:xfrm>
            <a:off x="4943475" y="39624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0.800294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4524D122-7E72-4520-9D39-C69676A1226A}"/>
              </a:ext>
            </a:extLst>
          </p:cNvPr>
          <p:cNvSpPr>
            <a:spLocks noGrp="1"/>
          </p:cNvSpPr>
          <p:nvPr/>
        </p:nvSpPr>
        <p:spPr>
          <a:xfrm>
            <a:off x="6153150" y="3857625"/>
            <a:ext cx="1257300" cy="419100"/>
          </a:xfrm>
          <a:prstGeom prst="rect">
            <a:avLst/>
          </a:prstGeom>
          <a:solidFill>
            <a:srgbClr val="F9FAF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190EB40C-78C4-4A42-B013-C96E0EA56BE6}"/>
              </a:ext>
            </a:extLst>
          </p:cNvPr>
          <p:cNvSpPr>
            <a:spLocks noGrp="1"/>
          </p:cNvSpPr>
          <p:nvPr/>
        </p:nvSpPr>
        <p:spPr>
          <a:xfrm>
            <a:off x="6200775" y="39624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0.337150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156626A4-37D8-4DDF-BAB9-1A446901C436}"/>
              </a:ext>
            </a:extLst>
          </p:cNvPr>
          <p:cNvSpPr>
            <a:spLocks noGrp="1"/>
          </p:cNvSpPr>
          <p:nvPr/>
        </p:nvSpPr>
        <p:spPr>
          <a:xfrm>
            <a:off x="7410450" y="3857625"/>
            <a:ext cx="1257300" cy="419100"/>
          </a:xfrm>
          <a:prstGeom prst="rect">
            <a:avLst/>
          </a:prstGeom>
          <a:solidFill>
            <a:srgbClr val="F9FAF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B462D638-3FD8-407C-B227-01E6CAF44539}"/>
              </a:ext>
            </a:extLst>
          </p:cNvPr>
          <p:cNvSpPr>
            <a:spLocks noGrp="1"/>
          </p:cNvSpPr>
          <p:nvPr/>
        </p:nvSpPr>
        <p:spPr>
          <a:xfrm>
            <a:off x="7458075" y="39624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20.416333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D61F5EC9-3629-46C1-971D-F73A0F3B1AEF}"/>
              </a:ext>
            </a:extLst>
          </p:cNvPr>
          <p:cNvSpPr>
            <a:spLocks noGrp="1"/>
          </p:cNvSpPr>
          <p:nvPr/>
        </p:nvSpPr>
        <p:spPr>
          <a:xfrm>
            <a:off x="8667750" y="3857625"/>
            <a:ext cx="1123950" cy="419100"/>
          </a:xfrm>
          <a:prstGeom prst="rect">
            <a:avLst/>
          </a:prstGeom>
          <a:solidFill>
            <a:srgbClr val="F9FAF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690E6C6A-D519-48EA-9B13-8E58EB90AEFF}"/>
              </a:ext>
            </a:extLst>
          </p:cNvPr>
          <p:cNvSpPr>
            <a:spLocks noGrp="1"/>
          </p:cNvSpPr>
          <p:nvPr/>
        </p:nvSpPr>
        <p:spPr>
          <a:xfrm>
            <a:off x="8715375" y="3962400"/>
            <a:ext cx="1028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0.060493</a:t>
            </a: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3668DA6D-1D06-4577-B810-DAA06C92FBDD}"/>
              </a:ext>
            </a:extLst>
          </p:cNvPr>
          <p:cNvSpPr>
            <a:spLocks noGrp="1"/>
          </p:cNvSpPr>
          <p:nvPr/>
        </p:nvSpPr>
        <p:spPr>
          <a:xfrm>
            <a:off x="552450" y="4276725"/>
            <a:ext cx="11049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C613C94F-A1A1-4823-96A5-CA7A33933FE2}"/>
              </a:ext>
            </a:extLst>
          </p:cNvPr>
          <p:cNvSpPr>
            <a:spLocks noGrp="1"/>
          </p:cNvSpPr>
          <p:nvPr/>
        </p:nvSpPr>
        <p:spPr>
          <a:xfrm>
            <a:off x="600075" y="4381500"/>
            <a:ext cx="1009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x3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D6D9F64B-9854-4CD9-BE1C-09CEB6647609}"/>
              </a:ext>
            </a:extLst>
          </p:cNvPr>
          <p:cNvSpPr>
            <a:spLocks noGrp="1"/>
          </p:cNvSpPr>
          <p:nvPr/>
        </p:nvSpPr>
        <p:spPr>
          <a:xfrm>
            <a:off x="1657350" y="4276725"/>
            <a:ext cx="8191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728C2C6D-5533-482F-AB73-4A440966A02C}"/>
              </a:ext>
            </a:extLst>
          </p:cNvPr>
          <p:cNvSpPr>
            <a:spLocks noGrp="1"/>
          </p:cNvSpPr>
          <p:nvPr/>
        </p:nvSpPr>
        <p:spPr>
          <a:xfrm>
            <a:off x="1704975" y="43815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63</a:t>
            </a: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C8E2EC47-9CB6-4F81-AFA4-8E438B6C2C29}"/>
              </a:ext>
            </a:extLst>
          </p:cNvPr>
          <p:cNvSpPr>
            <a:spLocks noGrp="1"/>
          </p:cNvSpPr>
          <p:nvPr/>
        </p:nvSpPr>
        <p:spPr>
          <a:xfrm>
            <a:off x="2476500" y="4276725"/>
            <a:ext cx="12573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FA9B1A46-CCC8-49F5-90B7-4B9239F15E14}"/>
              </a:ext>
            </a:extLst>
          </p:cNvPr>
          <p:cNvSpPr>
            <a:spLocks noGrp="1"/>
          </p:cNvSpPr>
          <p:nvPr/>
        </p:nvSpPr>
        <p:spPr>
          <a:xfrm>
            <a:off x="2524125" y="43815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0.882825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66177AF8-D1F3-4085-8BBF-E1F150BBCA2E}"/>
              </a:ext>
            </a:extLst>
          </p:cNvPr>
          <p:cNvSpPr>
            <a:spLocks noGrp="1"/>
          </p:cNvSpPr>
          <p:nvPr/>
        </p:nvSpPr>
        <p:spPr>
          <a:xfrm>
            <a:off x="3733800" y="4276725"/>
            <a:ext cx="11620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7D11C481-7AC4-4E14-841D-B0602A04E815}"/>
              </a:ext>
            </a:extLst>
          </p:cNvPr>
          <p:cNvSpPr>
            <a:spLocks noGrp="1"/>
          </p:cNvSpPr>
          <p:nvPr/>
        </p:nvSpPr>
        <p:spPr>
          <a:xfrm>
            <a:off x="3781425" y="4381500"/>
            <a:ext cx="1066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-0.001641</a:t>
            </a: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08D11034-03BE-416F-BB3C-201C7A6C4F22}"/>
              </a:ext>
            </a:extLst>
          </p:cNvPr>
          <p:cNvSpPr>
            <a:spLocks noGrp="1"/>
          </p:cNvSpPr>
          <p:nvPr/>
        </p:nvSpPr>
        <p:spPr>
          <a:xfrm>
            <a:off x="4895850" y="4276725"/>
            <a:ext cx="12573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FFAE431D-7E21-4581-BBBA-DA78B50D4010}"/>
              </a:ext>
            </a:extLst>
          </p:cNvPr>
          <p:cNvSpPr>
            <a:spLocks noGrp="1"/>
          </p:cNvSpPr>
          <p:nvPr/>
        </p:nvSpPr>
        <p:spPr>
          <a:xfrm>
            <a:off x="4943475" y="43815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0.797871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D1B80D35-36F0-4B1D-9CC6-00F2D7B0A435}"/>
              </a:ext>
            </a:extLst>
          </p:cNvPr>
          <p:cNvSpPr>
            <a:spLocks noGrp="1"/>
          </p:cNvSpPr>
          <p:nvPr/>
        </p:nvSpPr>
        <p:spPr>
          <a:xfrm>
            <a:off x="6153150" y="4276725"/>
            <a:ext cx="12573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66F065F6-BBC6-4135-80D3-19F7DA6CF26B}"/>
              </a:ext>
            </a:extLst>
          </p:cNvPr>
          <p:cNvSpPr>
            <a:spLocks noGrp="1"/>
          </p:cNvSpPr>
          <p:nvPr/>
        </p:nvSpPr>
        <p:spPr>
          <a:xfrm>
            <a:off x="6200775" y="43815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0.333621</a:t>
            </a: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2A730B24-B6B7-4121-9D77-DECD18843ED5}"/>
              </a:ext>
            </a:extLst>
          </p:cNvPr>
          <p:cNvSpPr>
            <a:spLocks noGrp="1"/>
          </p:cNvSpPr>
          <p:nvPr/>
        </p:nvSpPr>
        <p:spPr>
          <a:xfrm>
            <a:off x="7410450" y="4276725"/>
            <a:ext cx="12573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6CD3BB8C-AEEB-43E3-A5F0-A706F3416FDC}"/>
              </a:ext>
            </a:extLst>
          </p:cNvPr>
          <p:cNvSpPr>
            <a:spLocks noGrp="1"/>
          </p:cNvSpPr>
          <p:nvPr/>
        </p:nvSpPr>
        <p:spPr>
          <a:xfrm>
            <a:off x="7458075" y="43815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20.143431</a:t>
            </a: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84C38E1B-F97A-4509-AC48-450F30A9E69B}"/>
              </a:ext>
            </a:extLst>
          </p:cNvPr>
          <p:cNvSpPr>
            <a:spLocks noGrp="1"/>
          </p:cNvSpPr>
          <p:nvPr/>
        </p:nvSpPr>
        <p:spPr>
          <a:xfrm>
            <a:off x="8667750" y="4276725"/>
            <a:ext cx="11239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14E50ED3-05E3-412B-A58F-61B9D72B1AF7}"/>
              </a:ext>
            </a:extLst>
          </p:cNvPr>
          <p:cNvSpPr>
            <a:spLocks noGrp="1"/>
          </p:cNvSpPr>
          <p:nvPr/>
        </p:nvSpPr>
        <p:spPr>
          <a:xfrm>
            <a:off x="8715375" y="4381500"/>
            <a:ext cx="1028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0.061558</a:t>
            </a: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027F2AF2-A3E1-4D9A-9012-B880F70E599A}"/>
              </a:ext>
            </a:extLst>
          </p:cNvPr>
          <p:cNvSpPr>
            <a:spLocks noGrp="1"/>
          </p:cNvSpPr>
          <p:nvPr/>
        </p:nvSpPr>
        <p:spPr>
          <a:xfrm>
            <a:off x="552450" y="4695825"/>
            <a:ext cx="1104900" cy="419100"/>
          </a:xfrm>
          <a:prstGeom prst="rect">
            <a:avLst/>
          </a:prstGeom>
          <a:solidFill>
            <a:srgbClr val="F9FAF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DBD4C051-51F5-4937-8849-5D42AF2C095B}"/>
              </a:ext>
            </a:extLst>
          </p:cNvPr>
          <p:cNvSpPr>
            <a:spLocks noGrp="1"/>
          </p:cNvSpPr>
          <p:nvPr/>
        </p:nvSpPr>
        <p:spPr>
          <a:xfrm>
            <a:off x="600075" y="4800600"/>
            <a:ext cx="1009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x1</a:t>
            </a: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E4BA9724-6AB2-4DBA-B0D5-EC2EFC41AECC}"/>
              </a:ext>
            </a:extLst>
          </p:cNvPr>
          <p:cNvSpPr>
            <a:spLocks noGrp="1"/>
          </p:cNvSpPr>
          <p:nvPr/>
        </p:nvSpPr>
        <p:spPr>
          <a:xfrm>
            <a:off x="1657350" y="4695825"/>
            <a:ext cx="819150" cy="419100"/>
          </a:xfrm>
          <a:prstGeom prst="rect">
            <a:avLst/>
          </a:prstGeom>
          <a:solidFill>
            <a:srgbClr val="F9FAF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344436DF-2EB7-4CAA-AA75-B4D10857B3EC}"/>
              </a:ext>
            </a:extLst>
          </p:cNvPr>
          <p:cNvSpPr>
            <a:spLocks noGrp="1"/>
          </p:cNvSpPr>
          <p:nvPr/>
        </p:nvSpPr>
        <p:spPr>
          <a:xfrm>
            <a:off x="1704975" y="48006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72</a:t>
            </a: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537345CD-44AA-4822-B79E-EA36A5EEEA45}"/>
              </a:ext>
            </a:extLst>
          </p:cNvPr>
          <p:cNvSpPr>
            <a:spLocks noGrp="1"/>
          </p:cNvSpPr>
          <p:nvPr/>
        </p:nvSpPr>
        <p:spPr>
          <a:xfrm>
            <a:off x="2476500" y="4695825"/>
            <a:ext cx="1257300" cy="419100"/>
          </a:xfrm>
          <a:prstGeom prst="rect">
            <a:avLst/>
          </a:prstGeom>
          <a:solidFill>
            <a:srgbClr val="F9FAF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27EB7098-8DD9-48B8-919F-BCB9F6221699}"/>
              </a:ext>
            </a:extLst>
          </p:cNvPr>
          <p:cNvSpPr>
            <a:spLocks noGrp="1"/>
          </p:cNvSpPr>
          <p:nvPr/>
        </p:nvSpPr>
        <p:spPr>
          <a:xfrm>
            <a:off x="2524125" y="48006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0.882699</a:t>
            </a: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B31BB49C-E48C-489A-A62F-78C3C256E4CE}"/>
              </a:ext>
            </a:extLst>
          </p:cNvPr>
          <p:cNvSpPr>
            <a:spLocks noGrp="1"/>
          </p:cNvSpPr>
          <p:nvPr/>
        </p:nvSpPr>
        <p:spPr>
          <a:xfrm>
            <a:off x="3733800" y="4695825"/>
            <a:ext cx="1162050" cy="419100"/>
          </a:xfrm>
          <a:prstGeom prst="rect">
            <a:avLst/>
          </a:prstGeom>
          <a:solidFill>
            <a:srgbClr val="F9FAF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1978DD5E-D635-4D46-9E59-FBEAD395746C}"/>
              </a:ext>
            </a:extLst>
          </p:cNvPr>
          <p:cNvSpPr>
            <a:spLocks noGrp="1"/>
          </p:cNvSpPr>
          <p:nvPr/>
        </p:nvSpPr>
        <p:spPr>
          <a:xfrm>
            <a:off x="3781425" y="4800600"/>
            <a:ext cx="1066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-0.001766</a:t>
            </a: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86390216-0C51-46E4-B607-8D6814376E3E}"/>
              </a:ext>
            </a:extLst>
          </p:cNvPr>
          <p:cNvSpPr>
            <a:spLocks noGrp="1"/>
          </p:cNvSpPr>
          <p:nvPr/>
        </p:nvSpPr>
        <p:spPr>
          <a:xfrm>
            <a:off x="4895850" y="4695825"/>
            <a:ext cx="1257300" cy="419100"/>
          </a:xfrm>
          <a:prstGeom prst="rect">
            <a:avLst/>
          </a:prstGeom>
          <a:solidFill>
            <a:srgbClr val="F9FAF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B82855B4-E44A-47BE-A410-221DBA7A79D4}"/>
              </a:ext>
            </a:extLst>
          </p:cNvPr>
          <p:cNvSpPr>
            <a:spLocks noGrp="1"/>
          </p:cNvSpPr>
          <p:nvPr/>
        </p:nvSpPr>
        <p:spPr>
          <a:xfrm>
            <a:off x="4943475" y="48006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0.797907</a:t>
            </a:r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CB35125D-3A5D-4314-8E87-13421DB05D5C}"/>
              </a:ext>
            </a:extLst>
          </p:cNvPr>
          <p:cNvSpPr>
            <a:spLocks noGrp="1"/>
          </p:cNvSpPr>
          <p:nvPr/>
        </p:nvSpPr>
        <p:spPr>
          <a:xfrm>
            <a:off x="6153150" y="4695825"/>
            <a:ext cx="1257300" cy="419100"/>
          </a:xfrm>
          <a:prstGeom prst="rect">
            <a:avLst/>
          </a:prstGeom>
          <a:solidFill>
            <a:srgbClr val="F9FAF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DB74264D-3B00-4C15-A12E-1BDA6A924128}"/>
              </a:ext>
            </a:extLst>
          </p:cNvPr>
          <p:cNvSpPr>
            <a:spLocks noGrp="1"/>
          </p:cNvSpPr>
          <p:nvPr/>
        </p:nvSpPr>
        <p:spPr>
          <a:xfrm>
            <a:off x="6200775" y="48006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0.334613</a:t>
            </a: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BE05D450-4518-4EE8-8E45-CEF12C727D95}"/>
              </a:ext>
            </a:extLst>
          </p:cNvPr>
          <p:cNvSpPr>
            <a:spLocks noGrp="1"/>
          </p:cNvSpPr>
          <p:nvPr/>
        </p:nvSpPr>
        <p:spPr>
          <a:xfrm>
            <a:off x="7410450" y="4695825"/>
            <a:ext cx="1257300" cy="419100"/>
          </a:xfrm>
          <a:prstGeom prst="rect">
            <a:avLst/>
          </a:prstGeom>
          <a:solidFill>
            <a:srgbClr val="F9FAF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2D68289F-E078-4EC7-821D-CE124B7B5239}"/>
              </a:ext>
            </a:extLst>
          </p:cNvPr>
          <p:cNvSpPr>
            <a:spLocks noGrp="1"/>
          </p:cNvSpPr>
          <p:nvPr/>
        </p:nvSpPr>
        <p:spPr>
          <a:xfrm>
            <a:off x="7458075" y="48006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20.108473</a:t>
            </a: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16E4E0ED-7DF5-42FD-B8BE-F9176F907513}"/>
              </a:ext>
            </a:extLst>
          </p:cNvPr>
          <p:cNvSpPr>
            <a:spLocks noGrp="1"/>
          </p:cNvSpPr>
          <p:nvPr/>
        </p:nvSpPr>
        <p:spPr>
          <a:xfrm>
            <a:off x="8667750" y="4695825"/>
            <a:ext cx="1123950" cy="419100"/>
          </a:xfrm>
          <a:prstGeom prst="rect">
            <a:avLst/>
          </a:prstGeom>
          <a:solidFill>
            <a:srgbClr val="F9FAFB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C4DBA2F5-B60F-4D27-A6A1-E951895BE814}"/>
              </a:ext>
            </a:extLst>
          </p:cNvPr>
          <p:cNvSpPr>
            <a:spLocks noGrp="1"/>
          </p:cNvSpPr>
          <p:nvPr/>
        </p:nvSpPr>
        <p:spPr>
          <a:xfrm>
            <a:off x="8715375" y="4800600"/>
            <a:ext cx="1028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0.062094</a:t>
            </a: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6DEF2518-147A-463A-9B96-8F32F5DFF150}"/>
              </a:ext>
            </a:extLst>
          </p:cNvPr>
          <p:cNvSpPr>
            <a:spLocks noGrp="1"/>
          </p:cNvSpPr>
          <p:nvPr/>
        </p:nvSpPr>
        <p:spPr>
          <a:xfrm>
            <a:off x="666750" y="5429250"/>
            <a:ext cx="9906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x123 综合最优；x13 Boundary </a:t>
            </a:r>
            <a:r>
              <a:rPr sz="1425" b="1" dirty="0" err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IoU</a:t>
            </a:r>
            <a:r>
              <a:rPr sz="1425" b="1" dirty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 最优；x1/x3 </a:t>
            </a:r>
            <a:r>
              <a:rPr sz="1425" b="1" dirty="0" err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单独加入</a:t>
            </a:r>
            <a:r>
              <a:rPr sz="1425" b="1" dirty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 PFESA </a:t>
            </a:r>
            <a:r>
              <a:rPr sz="1425" b="1" dirty="0" err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低于</a:t>
            </a:r>
            <a:r>
              <a:rPr sz="1425" b="1" dirty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 baseline</a:t>
            </a:r>
          </a:p>
        </p:txBody>
      </p:sp>
    </p:spTree>
    <p:extLst>
      <p:ext uri="{BB962C8B-B14F-4D97-AF65-F5344CB8AC3E}">
        <p14:creationId xmlns:p14="http://schemas.microsoft.com/office/powerpoint/2010/main" val="183293491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476</Words>
  <Application>Microsoft Office PowerPoint</Application>
  <DocSecurity>0</DocSecurity>
  <PresentationFormat>宽屏</PresentationFormat>
  <Paragraphs>151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Microsoft YaHei UI</vt:lpstr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yc liu</cp:lastModifiedBy>
  <cp:revision>6</cp:revision>
  <dcterms:created xsi:type="dcterms:W3CDTF">2026-06-02T03:17:49Z</dcterms:created>
  <dcterms:modified xsi:type="dcterms:W3CDTF">2026-06-02T06:34:59Z</dcterms:modified>
</cp:coreProperties>
</file>